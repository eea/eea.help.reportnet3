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4"/>
    <p:sldMasterId id="2147483698" r:id="rId5"/>
    <p:sldMasterId id="2147483692" r:id="rId6"/>
  </p:sldMasterIdLst>
  <p:notesMasterIdLst>
    <p:notesMasterId r:id="rId26"/>
  </p:notesMasterIdLst>
  <p:handoutMasterIdLst>
    <p:handoutMasterId r:id="rId27"/>
  </p:handoutMasterIdLst>
  <p:sldIdLst>
    <p:sldId id="439" r:id="rId7"/>
    <p:sldId id="440" r:id="rId8"/>
    <p:sldId id="713" r:id="rId9"/>
    <p:sldId id="714" r:id="rId10"/>
    <p:sldId id="715" r:id="rId11"/>
    <p:sldId id="716" r:id="rId12"/>
    <p:sldId id="722" r:id="rId13"/>
    <p:sldId id="721" r:id="rId14"/>
    <p:sldId id="723" r:id="rId15"/>
    <p:sldId id="699" r:id="rId16"/>
    <p:sldId id="685" r:id="rId17"/>
    <p:sldId id="684" r:id="rId18"/>
    <p:sldId id="709" r:id="rId19"/>
    <p:sldId id="710" r:id="rId20"/>
    <p:sldId id="712" r:id="rId21"/>
    <p:sldId id="717" r:id="rId22"/>
    <p:sldId id="261" r:id="rId23"/>
    <p:sldId id="262" r:id="rId24"/>
    <p:sldId id="718" r:id="rId25"/>
  </p:sldIdLst>
  <p:sldSz cx="12192000" cy="6858000"/>
  <p:notesSz cx="6858000" cy="22479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ristian Xavier Prosperini" initials="CXP" lastIdx="1" clrIdx="0">
    <p:extLst>
      <p:ext uri="{19B8F6BF-5375-455C-9EA6-DF929625EA0E}">
        <p15:presenceInfo xmlns:p15="http://schemas.microsoft.com/office/powerpoint/2012/main" userId="Christian Xavier Prosperin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C00000"/>
    <a:srgbClr val="008173"/>
    <a:srgbClr val="006654"/>
    <a:srgbClr val="113A60"/>
    <a:srgbClr val="016357"/>
    <a:srgbClr val="001746"/>
    <a:srgbClr val="017567"/>
    <a:srgbClr val="007635"/>
    <a:srgbClr val="001C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444273-770F-432C-8F02-71E76FEFD10B}" v="68" dt="2023-01-16T08:05:02.999"/>
    <p1510:client id="{39B2D963-F878-4ADF-933C-B517E667724A}" v="16" dt="2023-01-16T07:54:52.242"/>
    <p1510:client id="{46383EDB-AC22-4C6E-A4EE-F528A6456B1F}" v="1" dt="2023-01-16T06:16:54.964"/>
    <p1510:client id="{92676BE6-D7F1-4FDA-AE7A-23A1E002D8CE}" v="35" dt="2023-01-16T08:25:25.051"/>
    <p1510:client id="{AD670B39-0816-8287-4907-E327ECCF5DB6}" v="382" dt="2023-01-15T20:06:26.982"/>
    <p1510:client id="{DF1048FA-AE04-42EC-AC21-DA845BBFF454}" v="30" dt="2023-01-16T07:51:42.818"/>
    <p1510:client id="{F0A0F1C1-9F4E-44F7-978E-D12AFF807C0B}" v="167" dt="2023-01-16T06:14:40.8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141"/>
        <p:guide pos="312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microsoft.com/office/2015/10/relationships/revisionInfo" Target="revisionInfo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commentAuthors" Target="commentAuthor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kka Niikkonen" userId="S::ari.niikkonen@eea.europa.eu::d6c95c6b-7e33-490d-ad84-2c20d5fc48a1" providerId="AD" clId="Web-{F0A0F1C1-9F4E-44F7-978E-D12AFF807C0B}"/>
    <pc:docChg chg="modSld sldOrd">
      <pc:chgData name="Pekka Niikkonen" userId="S::ari.niikkonen@eea.europa.eu::d6c95c6b-7e33-490d-ad84-2c20d5fc48a1" providerId="AD" clId="Web-{F0A0F1C1-9F4E-44F7-978E-D12AFF807C0B}" dt="2023-01-16T06:14:33.792" v="104" actId="20577"/>
      <pc:docMkLst>
        <pc:docMk/>
      </pc:docMkLst>
      <pc:sldChg chg="modSp">
        <pc:chgData name="Pekka Niikkonen" userId="S::ari.niikkonen@eea.europa.eu::d6c95c6b-7e33-490d-ad84-2c20d5fc48a1" providerId="AD" clId="Web-{F0A0F1C1-9F4E-44F7-978E-D12AFF807C0B}" dt="2023-01-16T06:14:33.792" v="104" actId="20577"/>
        <pc:sldMkLst>
          <pc:docMk/>
          <pc:sldMk cId="3839024798" sldId="440"/>
        </pc:sldMkLst>
        <pc:spChg chg="mod">
          <ac:chgData name="Pekka Niikkonen" userId="S::ari.niikkonen@eea.europa.eu::d6c95c6b-7e33-490d-ad84-2c20d5fc48a1" providerId="AD" clId="Web-{F0A0F1C1-9F4E-44F7-978E-D12AFF807C0B}" dt="2023-01-16T06:14:33.792" v="104" actId="20577"/>
          <ac:spMkLst>
            <pc:docMk/>
            <pc:sldMk cId="3839024798" sldId="440"/>
            <ac:spMk id="3" creationId="{0F88BB2C-7267-4E47-B872-7E726BB3B75D}"/>
          </ac:spMkLst>
        </pc:spChg>
      </pc:sldChg>
      <pc:sldChg chg="modSp">
        <pc:chgData name="Pekka Niikkonen" userId="S::ari.niikkonen@eea.europa.eu::d6c95c6b-7e33-490d-ad84-2c20d5fc48a1" providerId="AD" clId="Web-{F0A0F1C1-9F4E-44F7-978E-D12AFF807C0B}" dt="2023-01-16T06:13:42.900" v="101" actId="20577"/>
        <pc:sldMkLst>
          <pc:docMk/>
          <pc:sldMk cId="1860070433" sldId="684"/>
        </pc:sldMkLst>
        <pc:spChg chg="mod">
          <ac:chgData name="Pekka Niikkonen" userId="S::ari.niikkonen@eea.europa.eu::d6c95c6b-7e33-490d-ad84-2c20d5fc48a1" providerId="AD" clId="Web-{F0A0F1C1-9F4E-44F7-978E-D12AFF807C0B}" dt="2023-01-16T06:13:42.900" v="101" actId="20577"/>
          <ac:spMkLst>
            <pc:docMk/>
            <pc:sldMk cId="1860070433" sldId="684"/>
            <ac:spMk id="5" creationId="{00000000-0000-0000-0000-000000000000}"/>
          </ac:spMkLst>
        </pc:spChg>
      </pc:sldChg>
      <pc:sldChg chg="modSp">
        <pc:chgData name="Pekka Niikkonen" userId="S::ari.niikkonen@eea.europa.eu::d6c95c6b-7e33-490d-ad84-2c20d5fc48a1" providerId="AD" clId="Web-{F0A0F1C1-9F4E-44F7-978E-D12AFF807C0B}" dt="2023-01-16T06:12:31.820" v="66" actId="20577"/>
        <pc:sldMkLst>
          <pc:docMk/>
          <pc:sldMk cId="3681386610" sldId="699"/>
        </pc:sldMkLst>
        <pc:spChg chg="mod">
          <ac:chgData name="Pekka Niikkonen" userId="S::ari.niikkonen@eea.europa.eu::d6c95c6b-7e33-490d-ad84-2c20d5fc48a1" providerId="AD" clId="Web-{F0A0F1C1-9F4E-44F7-978E-D12AFF807C0B}" dt="2023-01-16T06:12:31.820" v="66" actId="20577"/>
          <ac:spMkLst>
            <pc:docMk/>
            <pc:sldMk cId="3681386610" sldId="699"/>
            <ac:spMk id="2" creationId="{ED075837-484A-4955-BF46-A557E357C8FD}"/>
          </ac:spMkLst>
        </pc:spChg>
        <pc:spChg chg="mod">
          <ac:chgData name="Pekka Niikkonen" userId="S::ari.niikkonen@eea.europa.eu::d6c95c6b-7e33-490d-ad84-2c20d5fc48a1" providerId="AD" clId="Web-{F0A0F1C1-9F4E-44F7-978E-D12AFF807C0B}" dt="2023-01-16T06:12:18.866" v="62" actId="20577"/>
          <ac:spMkLst>
            <pc:docMk/>
            <pc:sldMk cId="3681386610" sldId="699"/>
            <ac:spMk id="3" creationId="{DA258969-533B-5ADF-DEE7-6E654FBE8DF8}"/>
          </ac:spMkLst>
        </pc:spChg>
        <pc:graphicFrameChg chg="mod modGraphic">
          <ac:chgData name="Pekka Niikkonen" userId="S::ari.niikkonen@eea.europa.eu::d6c95c6b-7e33-490d-ad84-2c20d5fc48a1" providerId="AD" clId="Web-{F0A0F1C1-9F4E-44F7-978E-D12AFF807C0B}" dt="2023-01-16T06:11:38.256" v="54"/>
          <ac:graphicFrameMkLst>
            <pc:docMk/>
            <pc:sldMk cId="3681386610" sldId="699"/>
            <ac:graphicFrameMk id="5" creationId="{3EC2807B-E9A0-4C31-98A5-1CC6684FD761}"/>
          </ac:graphicFrameMkLst>
        </pc:graphicFrameChg>
      </pc:sldChg>
      <pc:sldChg chg="delSp modSp delAnim">
        <pc:chgData name="Pekka Niikkonen" userId="S::ari.niikkonen@eea.europa.eu::d6c95c6b-7e33-490d-ad84-2c20d5fc48a1" providerId="AD" clId="Web-{F0A0F1C1-9F4E-44F7-978E-D12AFF807C0B}" dt="2023-01-16T06:07:47.936" v="19" actId="1076"/>
        <pc:sldMkLst>
          <pc:docMk/>
          <pc:sldMk cId="858741377" sldId="713"/>
        </pc:sldMkLst>
        <pc:spChg chg="del mod">
          <ac:chgData name="Pekka Niikkonen" userId="S::ari.niikkonen@eea.europa.eu::d6c95c6b-7e33-490d-ad84-2c20d5fc48a1" providerId="AD" clId="Web-{F0A0F1C1-9F4E-44F7-978E-D12AFF807C0B}" dt="2023-01-16T06:06:46.262" v="17"/>
          <ac:spMkLst>
            <pc:docMk/>
            <pc:sldMk cId="858741377" sldId="713"/>
            <ac:spMk id="7" creationId="{C9D4CB2E-1B7F-B21E-6379-D8FE67820462}"/>
          </ac:spMkLst>
        </pc:spChg>
        <pc:spChg chg="del mod">
          <ac:chgData name="Pekka Niikkonen" userId="S::ari.niikkonen@eea.europa.eu::d6c95c6b-7e33-490d-ad84-2c20d5fc48a1" providerId="AD" clId="Web-{F0A0F1C1-9F4E-44F7-978E-D12AFF807C0B}" dt="2023-01-16T06:06:49.778" v="18"/>
          <ac:spMkLst>
            <pc:docMk/>
            <pc:sldMk cId="858741377" sldId="713"/>
            <ac:spMk id="8" creationId="{5B594DB9-CB8B-3A39-DA90-7E8D3AB72E6A}"/>
          </ac:spMkLst>
        </pc:spChg>
        <pc:spChg chg="mod">
          <ac:chgData name="Pekka Niikkonen" userId="S::ari.niikkonen@eea.europa.eu::d6c95c6b-7e33-490d-ad84-2c20d5fc48a1" providerId="AD" clId="Web-{F0A0F1C1-9F4E-44F7-978E-D12AFF807C0B}" dt="2023-01-16T06:07:47.936" v="19" actId="1076"/>
          <ac:spMkLst>
            <pc:docMk/>
            <pc:sldMk cId="858741377" sldId="713"/>
            <ac:spMk id="22" creationId="{80781D76-3345-17A6-5B80-14EE3ABCE71A}"/>
          </ac:spMkLst>
        </pc:spChg>
      </pc:sldChg>
      <pc:sldChg chg="modSp">
        <pc:chgData name="Pekka Niikkonen" userId="S::ari.niikkonen@eea.europa.eu::d6c95c6b-7e33-490d-ad84-2c20d5fc48a1" providerId="AD" clId="Web-{F0A0F1C1-9F4E-44F7-978E-D12AFF807C0B}" dt="2023-01-16T06:09:44.987" v="26" actId="20577"/>
        <pc:sldMkLst>
          <pc:docMk/>
          <pc:sldMk cId="2581511096" sldId="715"/>
        </pc:sldMkLst>
        <pc:spChg chg="mod">
          <ac:chgData name="Pekka Niikkonen" userId="S::ari.niikkonen@eea.europa.eu::d6c95c6b-7e33-490d-ad84-2c20d5fc48a1" providerId="AD" clId="Web-{F0A0F1C1-9F4E-44F7-978E-D12AFF807C0B}" dt="2023-01-16T06:09:44.987" v="26" actId="20577"/>
          <ac:spMkLst>
            <pc:docMk/>
            <pc:sldMk cId="2581511096" sldId="715"/>
            <ac:spMk id="3" creationId="{6AA8129C-27E1-3DF2-D73A-F725C23A53DF}"/>
          </ac:spMkLst>
        </pc:spChg>
      </pc:sldChg>
      <pc:sldChg chg="modSp">
        <pc:chgData name="Pekka Niikkonen" userId="S::ari.niikkonen@eea.europa.eu::d6c95c6b-7e33-490d-ad84-2c20d5fc48a1" providerId="AD" clId="Web-{F0A0F1C1-9F4E-44F7-978E-D12AFF807C0B}" dt="2023-01-16T06:04:53.900" v="8" actId="1076"/>
        <pc:sldMkLst>
          <pc:docMk/>
          <pc:sldMk cId="4237236519" sldId="716"/>
        </pc:sldMkLst>
        <pc:graphicFrameChg chg="mod modGraphic">
          <ac:chgData name="Pekka Niikkonen" userId="S::ari.niikkonen@eea.europa.eu::d6c95c6b-7e33-490d-ad84-2c20d5fc48a1" providerId="AD" clId="Web-{F0A0F1C1-9F4E-44F7-978E-D12AFF807C0B}" dt="2023-01-16T06:04:53.900" v="8" actId="1076"/>
          <ac:graphicFrameMkLst>
            <pc:docMk/>
            <pc:sldMk cId="4237236519" sldId="716"/>
            <ac:graphicFrameMk id="5" creationId="{406C3FD6-7B6D-4A56-4970-2EB50352C480}"/>
          </ac:graphicFrameMkLst>
        </pc:graphicFrameChg>
      </pc:sldChg>
      <pc:sldChg chg="ord">
        <pc:chgData name="Pekka Niikkonen" userId="S::ari.niikkonen@eea.europa.eu::d6c95c6b-7e33-490d-ad84-2c20d5fc48a1" providerId="AD" clId="Web-{F0A0F1C1-9F4E-44F7-978E-D12AFF807C0B}" dt="2023-01-16T06:10:02.847" v="27"/>
        <pc:sldMkLst>
          <pc:docMk/>
          <pc:sldMk cId="3727483310" sldId="717"/>
        </pc:sldMkLst>
      </pc:sldChg>
      <pc:sldChg chg="modSp">
        <pc:chgData name="Pekka Niikkonen" userId="S::ari.niikkonen@eea.europa.eu::d6c95c6b-7e33-490d-ad84-2c20d5fc48a1" providerId="AD" clId="Web-{F0A0F1C1-9F4E-44F7-978E-D12AFF807C0B}" dt="2023-01-16T06:13:17.618" v="98"/>
        <pc:sldMkLst>
          <pc:docMk/>
          <pc:sldMk cId="2745292133" sldId="718"/>
        </pc:sldMkLst>
        <pc:graphicFrameChg chg="mod modGraphic">
          <ac:chgData name="Pekka Niikkonen" userId="S::ari.niikkonen@eea.europa.eu::d6c95c6b-7e33-490d-ad84-2c20d5fc48a1" providerId="AD" clId="Web-{F0A0F1C1-9F4E-44F7-978E-D12AFF807C0B}" dt="2023-01-16T06:13:17.618" v="98"/>
          <ac:graphicFrameMkLst>
            <pc:docMk/>
            <pc:sldMk cId="2745292133" sldId="718"/>
            <ac:graphicFrameMk id="5" creationId="{F0484003-E568-7520-44B3-F41413DDF496}"/>
          </ac:graphicFrameMkLst>
        </pc:graphicFrameChg>
      </pc:sldChg>
    </pc:docChg>
  </pc:docChgLst>
  <pc:docChgLst>
    <pc:chgData name="Søren Roug" userId="S::soren.roug@eea.europa.eu::317da7d6-c669-4f8b-9452-26adf941fa01" providerId="AD" clId="Web-{AD670B39-0816-8287-4907-E327ECCF5DB6}"/>
    <pc:docChg chg="modSld">
      <pc:chgData name="Søren Roug" userId="S::soren.roug@eea.europa.eu::317da7d6-c669-4f8b-9452-26adf941fa01" providerId="AD" clId="Web-{AD670B39-0816-8287-4907-E327ECCF5DB6}" dt="2023-01-15T20:06:26.982" v="356"/>
      <pc:docMkLst>
        <pc:docMk/>
      </pc:docMkLst>
      <pc:sldChg chg="modSp">
        <pc:chgData name="Søren Roug" userId="S::soren.roug@eea.europa.eu::317da7d6-c669-4f8b-9452-26adf941fa01" providerId="AD" clId="Web-{AD670B39-0816-8287-4907-E327ECCF5DB6}" dt="2023-01-15T19:33:56.164" v="50" actId="20577"/>
        <pc:sldMkLst>
          <pc:docMk/>
          <pc:sldMk cId="3839024798" sldId="440"/>
        </pc:sldMkLst>
        <pc:spChg chg="mod">
          <ac:chgData name="Søren Roug" userId="S::soren.roug@eea.europa.eu::317da7d6-c669-4f8b-9452-26adf941fa01" providerId="AD" clId="Web-{AD670B39-0816-8287-4907-E327ECCF5DB6}" dt="2023-01-15T19:33:56.164" v="50" actId="20577"/>
          <ac:spMkLst>
            <pc:docMk/>
            <pc:sldMk cId="3839024798" sldId="440"/>
            <ac:spMk id="3" creationId="{0F88BB2C-7267-4E47-B872-7E726BB3B75D}"/>
          </ac:spMkLst>
        </pc:spChg>
      </pc:sldChg>
      <pc:sldChg chg="addSp modSp">
        <pc:chgData name="Søren Roug" userId="S::soren.roug@eea.europa.eu::317da7d6-c669-4f8b-9452-26adf941fa01" providerId="AD" clId="Web-{AD670B39-0816-8287-4907-E327ECCF5DB6}" dt="2023-01-15T20:03:18.362" v="355"/>
        <pc:sldMkLst>
          <pc:docMk/>
          <pc:sldMk cId="3681386610" sldId="699"/>
        </pc:sldMkLst>
        <pc:spChg chg="mod">
          <ac:chgData name="Søren Roug" userId="S::soren.roug@eea.europa.eu::317da7d6-c669-4f8b-9452-26adf941fa01" providerId="AD" clId="Web-{AD670B39-0816-8287-4907-E327ECCF5DB6}" dt="2023-01-15T19:55:16.583" v="270" actId="20577"/>
          <ac:spMkLst>
            <pc:docMk/>
            <pc:sldMk cId="3681386610" sldId="699"/>
            <ac:spMk id="2" creationId="{ED075837-484A-4955-BF46-A557E357C8FD}"/>
          </ac:spMkLst>
        </pc:spChg>
        <pc:spChg chg="add mod">
          <ac:chgData name="Søren Roug" userId="S::soren.roug@eea.europa.eu::317da7d6-c669-4f8b-9452-26adf941fa01" providerId="AD" clId="Web-{AD670B39-0816-8287-4907-E327ECCF5DB6}" dt="2023-01-15T19:55:59.289" v="274" actId="14100"/>
          <ac:spMkLst>
            <pc:docMk/>
            <pc:sldMk cId="3681386610" sldId="699"/>
            <ac:spMk id="3" creationId="{DA258969-533B-5ADF-DEE7-6E654FBE8DF8}"/>
          </ac:spMkLst>
        </pc:spChg>
        <pc:graphicFrameChg chg="mod modGraphic">
          <ac:chgData name="Søren Roug" userId="S::soren.roug@eea.europa.eu::317da7d6-c669-4f8b-9452-26adf941fa01" providerId="AD" clId="Web-{AD670B39-0816-8287-4907-E327ECCF5DB6}" dt="2023-01-15T20:03:18.362" v="355"/>
          <ac:graphicFrameMkLst>
            <pc:docMk/>
            <pc:sldMk cId="3681386610" sldId="699"/>
            <ac:graphicFrameMk id="5" creationId="{3EC2807B-E9A0-4C31-98A5-1CC6684FD761}"/>
          </ac:graphicFrameMkLst>
        </pc:graphicFrameChg>
      </pc:sldChg>
      <pc:sldChg chg="modSp">
        <pc:chgData name="Søren Roug" userId="S::soren.roug@eea.europa.eu::317da7d6-c669-4f8b-9452-26adf941fa01" providerId="AD" clId="Web-{AD670B39-0816-8287-4907-E327ECCF5DB6}" dt="2023-01-15T19:25:06.289" v="19" actId="20577"/>
        <pc:sldMkLst>
          <pc:docMk/>
          <pc:sldMk cId="858741377" sldId="713"/>
        </pc:sldMkLst>
        <pc:spChg chg="mod">
          <ac:chgData name="Søren Roug" userId="S::soren.roug@eea.europa.eu::317da7d6-c669-4f8b-9452-26adf941fa01" providerId="AD" clId="Web-{AD670B39-0816-8287-4907-E327ECCF5DB6}" dt="2023-01-15T19:23:54.488" v="13" actId="1076"/>
          <ac:spMkLst>
            <pc:docMk/>
            <pc:sldMk cId="858741377" sldId="713"/>
            <ac:spMk id="7" creationId="{C9D4CB2E-1B7F-B21E-6379-D8FE67820462}"/>
          </ac:spMkLst>
        </pc:spChg>
        <pc:spChg chg="mod">
          <ac:chgData name="Søren Roug" userId="S::soren.roug@eea.europa.eu::317da7d6-c669-4f8b-9452-26adf941fa01" providerId="AD" clId="Web-{AD670B39-0816-8287-4907-E327ECCF5DB6}" dt="2023-01-15T19:23:56.441" v="14" actId="1076"/>
          <ac:spMkLst>
            <pc:docMk/>
            <pc:sldMk cId="858741377" sldId="713"/>
            <ac:spMk id="8" creationId="{5B594DB9-CB8B-3A39-DA90-7E8D3AB72E6A}"/>
          </ac:spMkLst>
        </pc:spChg>
        <pc:spChg chg="mod">
          <ac:chgData name="Søren Roug" userId="S::soren.roug@eea.europa.eu::317da7d6-c669-4f8b-9452-26adf941fa01" providerId="AD" clId="Web-{AD670B39-0816-8287-4907-E327ECCF5DB6}" dt="2023-01-15T19:25:06.289" v="19" actId="20577"/>
          <ac:spMkLst>
            <pc:docMk/>
            <pc:sldMk cId="858741377" sldId="713"/>
            <ac:spMk id="22" creationId="{80781D76-3345-17A6-5B80-14EE3ABCE71A}"/>
          </ac:spMkLst>
        </pc:spChg>
      </pc:sldChg>
      <pc:sldChg chg="modSp">
        <pc:chgData name="Søren Roug" userId="S::soren.roug@eea.europa.eu::317da7d6-c669-4f8b-9452-26adf941fa01" providerId="AD" clId="Web-{AD670B39-0816-8287-4907-E327ECCF5DB6}" dt="2023-01-15T19:45:21.220" v="105" actId="20577"/>
        <pc:sldMkLst>
          <pc:docMk/>
          <pc:sldMk cId="2581511096" sldId="715"/>
        </pc:sldMkLst>
        <pc:spChg chg="mod">
          <ac:chgData name="Søren Roug" userId="S::soren.roug@eea.europa.eu::317da7d6-c669-4f8b-9452-26adf941fa01" providerId="AD" clId="Web-{AD670B39-0816-8287-4907-E327ECCF5DB6}" dt="2023-01-15T19:45:21.220" v="105" actId="20577"/>
          <ac:spMkLst>
            <pc:docMk/>
            <pc:sldMk cId="2581511096" sldId="715"/>
            <ac:spMk id="3" creationId="{6AA8129C-27E1-3DF2-D73A-F725C23A53DF}"/>
          </ac:spMkLst>
        </pc:spChg>
      </pc:sldChg>
      <pc:sldChg chg="modSp">
        <pc:chgData name="Søren Roug" userId="S::soren.roug@eea.europa.eu::317da7d6-c669-4f8b-9452-26adf941fa01" providerId="AD" clId="Web-{AD670B39-0816-8287-4907-E327ECCF5DB6}" dt="2023-01-15T19:46:02.348" v="135"/>
        <pc:sldMkLst>
          <pc:docMk/>
          <pc:sldMk cId="4237236519" sldId="716"/>
        </pc:sldMkLst>
        <pc:graphicFrameChg chg="mod modGraphic">
          <ac:chgData name="Søren Roug" userId="S::soren.roug@eea.europa.eu::317da7d6-c669-4f8b-9452-26adf941fa01" providerId="AD" clId="Web-{AD670B39-0816-8287-4907-E327ECCF5DB6}" dt="2023-01-15T19:46:02.348" v="135"/>
          <ac:graphicFrameMkLst>
            <pc:docMk/>
            <pc:sldMk cId="4237236519" sldId="716"/>
            <ac:graphicFrameMk id="5" creationId="{406C3FD6-7B6D-4A56-4970-2EB50352C480}"/>
          </ac:graphicFrameMkLst>
        </pc:graphicFrameChg>
      </pc:sldChg>
      <pc:sldChg chg="modSp mod modShow">
        <pc:chgData name="Søren Roug" userId="S::soren.roug@eea.europa.eu::317da7d6-c669-4f8b-9452-26adf941fa01" providerId="AD" clId="Web-{AD670B39-0816-8287-4907-E327ECCF5DB6}" dt="2023-01-15T20:06:26.982" v="356"/>
        <pc:sldMkLst>
          <pc:docMk/>
          <pc:sldMk cId="3727483310" sldId="717"/>
        </pc:sldMkLst>
        <pc:spChg chg="mod">
          <ac:chgData name="Søren Roug" userId="S::soren.roug@eea.europa.eu::317da7d6-c669-4f8b-9452-26adf941fa01" providerId="AD" clId="Web-{AD670B39-0816-8287-4907-E327ECCF5DB6}" dt="2023-01-15T19:40:41.266" v="86" actId="20577"/>
          <ac:spMkLst>
            <pc:docMk/>
            <pc:sldMk cId="3727483310" sldId="717"/>
            <ac:spMk id="3" creationId="{C7A6006E-6731-DB71-0C8F-C3DB2253225D}"/>
          </ac:spMkLst>
        </pc:spChg>
      </pc:sldChg>
      <pc:sldChg chg="modSp">
        <pc:chgData name="Søren Roug" userId="S::soren.roug@eea.europa.eu::317da7d6-c669-4f8b-9452-26adf941fa01" providerId="AD" clId="Web-{AD670B39-0816-8287-4907-E327ECCF5DB6}" dt="2023-01-15T19:51:37.930" v="251"/>
        <pc:sldMkLst>
          <pc:docMk/>
          <pc:sldMk cId="2745292133" sldId="718"/>
        </pc:sldMkLst>
        <pc:graphicFrameChg chg="mod modGraphic">
          <ac:chgData name="Søren Roug" userId="S::soren.roug@eea.europa.eu::317da7d6-c669-4f8b-9452-26adf941fa01" providerId="AD" clId="Web-{AD670B39-0816-8287-4907-E327ECCF5DB6}" dt="2023-01-15T19:51:37.930" v="251"/>
          <ac:graphicFrameMkLst>
            <pc:docMk/>
            <pc:sldMk cId="2745292133" sldId="718"/>
            <ac:graphicFrameMk id="5" creationId="{F0484003-E568-7520-44B3-F41413DDF496}"/>
          </ac:graphicFrameMkLst>
        </pc:graphicFrameChg>
      </pc:sldChg>
    </pc:docChg>
  </pc:docChgLst>
  <pc:docChgLst>
    <pc:chgData name="Pekka Niikkonen" userId="S::ari.niikkonen@eea.europa.eu::d6c95c6b-7e33-490d-ad84-2c20d5fc48a1" providerId="AD" clId="Web-{15444273-770F-432C-8F02-71E76FEFD10B}"/>
    <pc:docChg chg="modSld">
      <pc:chgData name="Pekka Niikkonen" userId="S::ari.niikkonen@eea.europa.eu::d6c95c6b-7e33-490d-ad84-2c20d5fc48a1" providerId="AD" clId="Web-{15444273-770F-432C-8F02-71E76FEFD10B}" dt="2023-01-16T08:05:02.999" v="37" actId="1076"/>
      <pc:docMkLst>
        <pc:docMk/>
      </pc:docMkLst>
      <pc:sldChg chg="modSp">
        <pc:chgData name="Pekka Niikkonen" userId="S::ari.niikkonen@eea.europa.eu::d6c95c6b-7e33-490d-ad84-2c20d5fc48a1" providerId="AD" clId="Web-{15444273-770F-432C-8F02-71E76FEFD10B}" dt="2023-01-16T08:01:35.775" v="19" actId="14100"/>
        <pc:sldMkLst>
          <pc:docMk/>
          <pc:sldMk cId="858741377" sldId="713"/>
        </pc:sldMkLst>
        <pc:spChg chg="mod">
          <ac:chgData name="Pekka Niikkonen" userId="S::ari.niikkonen@eea.europa.eu::d6c95c6b-7e33-490d-ad84-2c20d5fc48a1" providerId="AD" clId="Web-{15444273-770F-432C-8F02-71E76FEFD10B}" dt="2023-01-16T08:01:35.775" v="19" actId="14100"/>
          <ac:spMkLst>
            <pc:docMk/>
            <pc:sldMk cId="858741377" sldId="713"/>
            <ac:spMk id="22" creationId="{80781D76-3345-17A6-5B80-14EE3ABCE71A}"/>
          </ac:spMkLst>
        </pc:spChg>
        <pc:spChg chg="mod">
          <ac:chgData name="Pekka Niikkonen" userId="S::ari.niikkonen@eea.europa.eu::d6c95c6b-7e33-490d-ad84-2c20d5fc48a1" providerId="AD" clId="Web-{15444273-770F-432C-8F02-71E76FEFD10B}" dt="2023-01-16T08:00:18.399" v="16" actId="20577"/>
          <ac:spMkLst>
            <pc:docMk/>
            <pc:sldMk cId="858741377" sldId="713"/>
            <ac:spMk id="59" creationId="{A9A5DED3-58EA-B7EF-CD0A-736184E3CE50}"/>
          </ac:spMkLst>
        </pc:spChg>
      </pc:sldChg>
      <pc:sldChg chg="modSp">
        <pc:chgData name="Pekka Niikkonen" userId="S::ari.niikkonen@eea.europa.eu::d6c95c6b-7e33-490d-ad84-2c20d5fc48a1" providerId="AD" clId="Web-{15444273-770F-432C-8F02-71E76FEFD10B}" dt="2023-01-16T08:05:02.999" v="37" actId="1076"/>
        <pc:sldMkLst>
          <pc:docMk/>
          <pc:sldMk cId="1222572944" sldId="714"/>
        </pc:sldMkLst>
        <pc:spChg chg="mod">
          <ac:chgData name="Pekka Niikkonen" userId="S::ari.niikkonen@eea.europa.eu::d6c95c6b-7e33-490d-ad84-2c20d5fc48a1" providerId="AD" clId="Web-{15444273-770F-432C-8F02-71E76FEFD10B}" dt="2023-01-16T08:05:02.999" v="37" actId="1076"/>
          <ac:spMkLst>
            <pc:docMk/>
            <pc:sldMk cId="1222572944" sldId="714"/>
            <ac:spMk id="59" creationId="{A9A5DED3-58EA-B7EF-CD0A-736184E3CE50}"/>
          </ac:spMkLst>
        </pc:spChg>
      </pc:sldChg>
    </pc:docChg>
  </pc:docChgLst>
  <pc:docChgLst>
    <pc:chgData name="Pekka Niikkonen" userId="S::ari.niikkonen@eea.europa.eu::d6c95c6b-7e33-490d-ad84-2c20d5fc48a1" providerId="AD" clId="Web-{46383EDB-AC22-4C6E-A4EE-F528A6456B1F}"/>
    <pc:docChg chg="modSld">
      <pc:chgData name="Pekka Niikkonen" userId="S::ari.niikkonen@eea.europa.eu::d6c95c6b-7e33-490d-ad84-2c20d5fc48a1" providerId="AD" clId="Web-{46383EDB-AC22-4C6E-A4EE-F528A6456B1F}" dt="2023-01-16T06:16:54.964" v="0" actId="20577"/>
      <pc:docMkLst>
        <pc:docMk/>
      </pc:docMkLst>
      <pc:sldChg chg="modSp">
        <pc:chgData name="Pekka Niikkonen" userId="S::ari.niikkonen@eea.europa.eu::d6c95c6b-7e33-490d-ad84-2c20d5fc48a1" providerId="AD" clId="Web-{46383EDB-AC22-4C6E-A4EE-F528A6456B1F}" dt="2023-01-16T06:16:54.964" v="0" actId="20577"/>
        <pc:sldMkLst>
          <pc:docMk/>
          <pc:sldMk cId="2581511096" sldId="715"/>
        </pc:sldMkLst>
        <pc:spChg chg="mod">
          <ac:chgData name="Pekka Niikkonen" userId="S::ari.niikkonen@eea.europa.eu::d6c95c6b-7e33-490d-ad84-2c20d5fc48a1" providerId="AD" clId="Web-{46383EDB-AC22-4C6E-A4EE-F528A6456B1F}" dt="2023-01-16T06:16:54.964" v="0" actId="20577"/>
          <ac:spMkLst>
            <pc:docMk/>
            <pc:sldMk cId="2581511096" sldId="715"/>
            <ac:spMk id="3" creationId="{6AA8129C-27E1-3DF2-D73A-F725C23A53DF}"/>
          </ac:spMkLst>
        </pc:spChg>
      </pc:sldChg>
    </pc:docChg>
  </pc:docChgLst>
  <pc:docChgLst>
    <pc:chgData name="Pekka Niikkonen" userId="S::ari.niikkonen@eea.europa.eu::d6c95c6b-7e33-490d-ad84-2c20d5fc48a1" providerId="AD" clId="Web-{DF1048FA-AE04-42EC-AC21-DA845BBFF454}"/>
    <pc:docChg chg="modSld">
      <pc:chgData name="Pekka Niikkonen" userId="S::ari.niikkonen@eea.europa.eu::d6c95c6b-7e33-490d-ad84-2c20d5fc48a1" providerId="AD" clId="Web-{DF1048FA-AE04-42EC-AC21-DA845BBFF454}" dt="2023-01-16T07:51:42.818" v="20" actId="20577"/>
      <pc:docMkLst>
        <pc:docMk/>
      </pc:docMkLst>
      <pc:sldChg chg="modSp">
        <pc:chgData name="Pekka Niikkonen" userId="S::ari.niikkonen@eea.europa.eu::d6c95c6b-7e33-490d-ad84-2c20d5fc48a1" providerId="AD" clId="Web-{DF1048FA-AE04-42EC-AC21-DA845BBFF454}" dt="2023-01-16T07:51:42.818" v="20" actId="20577"/>
        <pc:sldMkLst>
          <pc:docMk/>
          <pc:sldMk cId="1222572944" sldId="714"/>
        </pc:sldMkLst>
        <pc:spChg chg="mod">
          <ac:chgData name="Pekka Niikkonen" userId="S::ari.niikkonen@eea.europa.eu::d6c95c6b-7e33-490d-ad84-2c20d5fc48a1" providerId="AD" clId="Web-{DF1048FA-AE04-42EC-AC21-DA845BBFF454}" dt="2023-01-16T07:51:42.818" v="20" actId="20577"/>
          <ac:spMkLst>
            <pc:docMk/>
            <pc:sldMk cId="1222572944" sldId="714"/>
            <ac:spMk id="59" creationId="{A9A5DED3-58EA-B7EF-CD0A-736184E3CE50}"/>
          </ac:spMkLst>
        </pc:spChg>
      </pc:sldChg>
      <pc:sldChg chg="modSp">
        <pc:chgData name="Pekka Niikkonen" userId="S::ari.niikkonen@eea.europa.eu::d6c95c6b-7e33-490d-ad84-2c20d5fc48a1" providerId="AD" clId="Web-{DF1048FA-AE04-42EC-AC21-DA845BBFF454}" dt="2023-01-16T07:50:31.972" v="5" actId="20577"/>
        <pc:sldMkLst>
          <pc:docMk/>
          <pc:sldMk cId="2581511096" sldId="715"/>
        </pc:sldMkLst>
        <pc:spChg chg="mod">
          <ac:chgData name="Pekka Niikkonen" userId="S::ari.niikkonen@eea.europa.eu::d6c95c6b-7e33-490d-ad84-2c20d5fc48a1" providerId="AD" clId="Web-{DF1048FA-AE04-42EC-AC21-DA845BBFF454}" dt="2023-01-16T07:50:31.972" v="5" actId="20577"/>
          <ac:spMkLst>
            <pc:docMk/>
            <pc:sldMk cId="2581511096" sldId="715"/>
            <ac:spMk id="2" creationId="{8D8BF8C7-B7A1-52FA-EE30-E5F559B16005}"/>
          </ac:spMkLst>
        </pc:spChg>
        <pc:spChg chg="mod">
          <ac:chgData name="Pekka Niikkonen" userId="S::ari.niikkonen@eea.europa.eu::d6c95c6b-7e33-490d-ad84-2c20d5fc48a1" providerId="AD" clId="Web-{DF1048FA-AE04-42EC-AC21-DA845BBFF454}" dt="2023-01-16T07:50:18.456" v="0" actId="20577"/>
          <ac:spMkLst>
            <pc:docMk/>
            <pc:sldMk cId="2581511096" sldId="715"/>
            <ac:spMk id="3" creationId="{6AA8129C-27E1-3DF2-D73A-F725C23A53DF}"/>
          </ac:spMkLst>
        </pc:spChg>
      </pc:sldChg>
    </pc:docChg>
  </pc:docChgLst>
  <pc:docChgLst>
    <pc:chgData name="Pekka Niikkonen" userId="S::ari.niikkonen@eea.europa.eu::d6c95c6b-7e33-490d-ad84-2c20d5fc48a1" providerId="AD" clId="Web-{39B2D963-F878-4ADF-933C-B517E667724A}"/>
    <pc:docChg chg="modSld">
      <pc:chgData name="Pekka Niikkonen" userId="S::ari.niikkonen@eea.europa.eu::d6c95c6b-7e33-490d-ad84-2c20d5fc48a1" providerId="AD" clId="Web-{39B2D963-F878-4ADF-933C-B517E667724A}" dt="2023-01-16T07:54:46.242" v="13"/>
      <pc:docMkLst>
        <pc:docMk/>
      </pc:docMkLst>
      <pc:sldChg chg="modSp">
        <pc:chgData name="Pekka Niikkonen" userId="S::ari.niikkonen@eea.europa.eu::d6c95c6b-7e33-490d-ad84-2c20d5fc48a1" providerId="AD" clId="Web-{39B2D963-F878-4ADF-933C-B517E667724A}" dt="2023-01-16T07:54:46.242" v="13"/>
        <pc:sldMkLst>
          <pc:docMk/>
          <pc:sldMk cId="3681386610" sldId="699"/>
        </pc:sldMkLst>
        <pc:graphicFrameChg chg="mod modGraphic">
          <ac:chgData name="Pekka Niikkonen" userId="S::ari.niikkonen@eea.europa.eu::d6c95c6b-7e33-490d-ad84-2c20d5fc48a1" providerId="AD" clId="Web-{39B2D963-F878-4ADF-933C-B517E667724A}" dt="2023-01-16T07:54:46.242" v="13"/>
          <ac:graphicFrameMkLst>
            <pc:docMk/>
            <pc:sldMk cId="3681386610" sldId="699"/>
            <ac:graphicFrameMk id="5" creationId="{3EC2807B-E9A0-4C31-98A5-1CC6684FD761}"/>
          </ac:graphicFrameMkLst>
        </pc:graphicFrameChg>
      </pc:sldChg>
    </pc:docChg>
  </pc:docChgLst>
  <pc:docChgLst>
    <pc:chgData name="Pekka Niikkonen" userId="S::ari.niikkonen@eea.europa.eu::d6c95c6b-7e33-490d-ad84-2c20d5fc48a1" providerId="AD" clId="Web-{92676BE6-D7F1-4FDA-AE7A-23A1E002D8CE}"/>
    <pc:docChg chg="modSld">
      <pc:chgData name="Pekka Niikkonen" userId="S::ari.niikkonen@eea.europa.eu::d6c95c6b-7e33-490d-ad84-2c20d5fc48a1" providerId="AD" clId="Web-{92676BE6-D7F1-4FDA-AE7A-23A1E002D8CE}" dt="2023-01-16T08:18:37.618" v="33" actId="20577"/>
      <pc:docMkLst>
        <pc:docMk/>
      </pc:docMkLst>
      <pc:sldChg chg="modSp">
        <pc:chgData name="Pekka Niikkonen" userId="S::ari.niikkonen@eea.europa.eu::d6c95c6b-7e33-490d-ad84-2c20d5fc48a1" providerId="AD" clId="Web-{92676BE6-D7F1-4FDA-AE7A-23A1E002D8CE}" dt="2023-01-16T08:18:37.618" v="33" actId="20577"/>
        <pc:sldMkLst>
          <pc:docMk/>
          <pc:sldMk cId="2581511096" sldId="715"/>
        </pc:sldMkLst>
        <pc:spChg chg="mod">
          <ac:chgData name="Pekka Niikkonen" userId="S::ari.niikkonen@eea.europa.eu::d6c95c6b-7e33-490d-ad84-2c20d5fc48a1" providerId="AD" clId="Web-{92676BE6-D7F1-4FDA-AE7A-23A1E002D8CE}" dt="2023-01-16T08:18:37.618" v="33" actId="20577"/>
          <ac:spMkLst>
            <pc:docMk/>
            <pc:sldMk cId="2581511096" sldId="715"/>
            <ac:spMk id="3" creationId="{6AA8129C-27E1-3DF2-D73A-F725C23A53DF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B67616-3BDB-4A3A-8E51-9D675D059BC8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9DB73A7E-2DB9-46EB-BD1A-4189F5C0E8BE}">
      <dgm:prSet phldrT="[Text]"/>
      <dgm:spPr>
        <a:solidFill>
          <a:srgbClr val="B2381C"/>
        </a:solidFill>
      </dgm:spPr>
      <dgm:t>
        <a:bodyPr/>
        <a:lstStyle/>
        <a:p>
          <a:r>
            <a:rPr lang="en-US"/>
            <a:t>Mar</a:t>
          </a:r>
        </a:p>
      </dgm:t>
    </dgm:pt>
    <dgm:pt modelId="{8BA927C1-FAB3-409C-91A2-2008CC69F7DD}" type="parTrans" cxnId="{CC630E7B-F462-4437-8061-743716915F9E}">
      <dgm:prSet/>
      <dgm:spPr/>
      <dgm:t>
        <a:bodyPr/>
        <a:lstStyle/>
        <a:p>
          <a:endParaRPr lang="en-US"/>
        </a:p>
      </dgm:t>
    </dgm:pt>
    <dgm:pt modelId="{20FA05D0-F6C7-4443-8207-D993B6B9CA15}" type="sibTrans" cxnId="{CC630E7B-F462-4437-8061-743716915F9E}">
      <dgm:prSet/>
      <dgm:spPr/>
      <dgm:t>
        <a:bodyPr/>
        <a:lstStyle/>
        <a:p>
          <a:endParaRPr lang="en-US"/>
        </a:p>
      </dgm:t>
    </dgm:pt>
    <dgm:pt modelId="{B21C5189-666D-4E1E-B1E1-64435A0F048B}">
      <dgm:prSet/>
      <dgm:spPr>
        <a:solidFill>
          <a:srgbClr val="B2381C"/>
        </a:solidFill>
      </dgm:spPr>
      <dgm:t>
        <a:bodyPr/>
        <a:lstStyle/>
        <a:p>
          <a:r>
            <a:rPr lang="en-US"/>
            <a:t>April</a:t>
          </a:r>
        </a:p>
      </dgm:t>
    </dgm:pt>
    <dgm:pt modelId="{802D702D-450A-45E8-8CB3-0AE4058CDA4D}" type="parTrans" cxnId="{E39D672D-B2AB-4E9E-8D80-6CFFC9F82AEB}">
      <dgm:prSet/>
      <dgm:spPr/>
      <dgm:t>
        <a:bodyPr/>
        <a:lstStyle/>
        <a:p>
          <a:endParaRPr lang="en-US"/>
        </a:p>
      </dgm:t>
    </dgm:pt>
    <dgm:pt modelId="{C20A1AD8-AE65-4475-942E-1D6EA7BF4C6E}" type="sibTrans" cxnId="{E39D672D-B2AB-4E9E-8D80-6CFFC9F82AEB}">
      <dgm:prSet/>
      <dgm:spPr/>
      <dgm:t>
        <a:bodyPr/>
        <a:lstStyle/>
        <a:p>
          <a:endParaRPr lang="en-US"/>
        </a:p>
      </dgm:t>
    </dgm:pt>
    <dgm:pt modelId="{9E74FA64-B04E-48DB-94CF-CBE89C5717A5}">
      <dgm:prSet phldrT="[Text]"/>
      <dgm:spPr>
        <a:solidFill>
          <a:srgbClr val="B2381C"/>
        </a:solidFill>
      </dgm:spPr>
      <dgm:t>
        <a:bodyPr/>
        <a:lstStyle/>
        <a:p>
          <a:r>
            <a:rPr lang="en-US"/>
            <a:t>Jan</a:t>
          </a:r>
        </a:p>
      </dgm:t>
    </dgm:pt>
    <dgm:pt modelId="{8380FCA7-F607-4A54-A4D4-76925121E8A8}" type="sibTrans" cxnId="{57D5D12A-2685-484C-A80B-4AD0BA588575}">
      <dgm:prSet/>
      <dgm:spPr/>
      <dgm:t>
        <a:bodyPr/>
        <a:lstStyle/>
        <a:p>
          <a:endParaRPr lang="en-US"/>
        </a:p>
      </dgm:t>
    </dgm:pt>
    <dgm:pt modelId="{CC915D80-55E9-4395-8FD8-CF34D7FE3ACA}" type="parTrans" cxnId="{57D5D12A-2685-484C-A80B-4AD0BA588575}">
      <dgm:prSet/>
      <dgm:spPr/>
      <dgm:t>
        <a:bodyPr/>
        <a:lstStyle/>
        <a:p>
          <a:endParaRPr lang="en-US"/>
        </a:p>
      </dgm:t>
    </dgm:pt>
    <dgm:pt modelId="{638DAB3B-B998-4B26-AD19-C24CC6288F18}">
      <dgm:prSet phldrT="[Text]"/>
      <dgm:spPr>
        <a:solidFill>
          <a:srgbClr val="B2381C"/>
        </a:solidFill>
      </dgm:spPr>
      <dgm:t>
        <a:bodyPr/>
        <a:lstStyle/>
        <a:p>
          <a:r>
            <a:rPr lang="en-US"/>
            <a:t>Feb</a:t>
          </a:r>
        </a:p>
      </dgm:t>
    </dgm:pt>
    <dgm:pt modelId="{6F73EED0-B0F3-43DD-A01F-0E753819C5ED}" type="parTrans" cxnId="{7A273AE6-6097-4F45-93F6-31364E856B59}">
      <dgm:prSet/>
      <dgm:spPr/>
      <dgm:t>
        <a:bodyPr/>
        <a:lstStyle/>
        <a:p>
          <a:endParaRPr lang="LID4096"/>
        </a:p>
      </dgm:t>
    </dgm:pt>
    <dgm:pt modelId="{1445419F-0C77-415A-A1BD-65297DC562FD}" type="sibTrans" cxnId="{7A273AE6-6097-4F45-93F6-31364E856B59}">
      <dgm:prSet/>
      <dgm:spPr/>
      <dgm:t>
        <a:bodyPr/>
        <a:lstStyle/>
        <a:p>
          <a:endParaRPr lang="LID4096"/>
        </a:p>
      </dgm:t>
    </dgm:pt>
    <dgm:pt modelId="{B3D31B80-390E-44AA-8452-315480142C9C}">
      <dgm:prSet/>
      <dgm:spPr>
        <a:solidFill>
          <a:srgbClr val="B2381C"/>
        </a:solidFill>
      </dgm:spPr>
      <dgm:t>
        <a:bodyPr/>
        <a:lstStyle/>
        <a:p>
          <a:endParaRPr lang="en-US"/>
        </a:p>
      </dgm:t>
    </dgm:pt>
    <dgm:pt modelId="{4B100851-1984-4F78-9359-5A0DBF9F1AC4}" type="parTrans" cxnId="{4E1C4472-368C-4E55-A763-CA310C64802E}">
      <dgm:prSet/>
      <dgm:spPr/>
      <dgm:t>
        <a:bodyPr/>
        <a:lstStyle/>
        <a:p>
          <a:endParaRPr lang="LID4096"/>
        </a:p>
      </dgm:t>
    </dgm:pt>
    <dgm:pt modelId="{6FC7878F-33C8-48C1-88C0-4CCC857AF2AA}" type="sibTrans" cxnId="{4E1C4472-368C-4E55-A763-CA310C64802E}">
      <dgm:prSet/>
      <dgm:spPr/>
      <dgm:t>
        <a:bodyPr/>
        <a:lstStyle/>
        <a:p>
          <a:endParaRPr lang="LID4096"/>
        </a:p>
      </dgm:t>
    </dgm:pt>
    <dgm:pt modelId="{4E08E79F-7D21-47AD-9C32-92C1FE1FCE0A}" type="pres">
      <dgm:prSet presAssocID="{FFB67616-3BDB-4A3A-8E51-9D675D059BC8}" presName="Name0" presStyleCnt="0">
        <dgm:presLayoutVars>
          <dgm:dir/>
          <dgm:resizeHandles val="exact"/>
        </dgm:presLayoutVars>
      </dgm:prSet>
      <dgm:spPr/>
    </dgm:pt>
    <dgm:pt modelId="{1BF6F43E-1E05-4DF9-9CFE-D877DBEB1348}" type="pres">
      <dgm:prSet presAssocID="{9E74FA64-B04E-48DB-94CF-CBE89C5717A5}" presName="parTxOnly" presStyleLbl="node1" presStyleIdx="0" presStyleCnt="5" custScaleY="68157" custLinFactNeighborX="-5210">
        <dgm:presLayoutVars>
          <dgm:bulletEnabled val="1"/>
        </dgm:presLayoutVars>
      </dgm:prSet>
      <dgm:spPr>
        <a:prstGeom prst="chevron">
          <a:avLst/>
        </a:prstGeom>
      </dgm:spPr>
    </dgm:pt>
    <dgm:pt modelId="{910CE98B-423F-4DFD-90E4-451AC40E04EF}" type="pres">
      <dgm:prSet presAssocID="{8380FCA7-F607-4A54-A4D4-76925121E8A8}" presName="parSpace" presStyleCnt="0"/>
      <dgm:spPr/>
    </dgm:pt>
    <dgm:pt modelId="{960189B7-82A8-43B2-ABE5-B11F29EE0160}" type="pres">
      <dgm:prSet presAssocID="{638DAB3B-B998-4B26-AD19-C24CC6288F18}" presName="parTxOnly" presStyleLbl="node1" presStyleIdx="1" presStyleCnt="5" custScaleY="68157" custLinFactNeighborX="-5210" custLinFactNeighborY="1767">
        <dgm:presLayoutVars>
          <dgm:bulletEnabled val="1"/>
        </dgm:presLayoutVars>
      </dgm:prSet>
      <dgm:spPr>
        <a:prstGeom prst="chevron">
          <a:avLst/>
        </a:prstGeom>
      </dgm:spPr>
    </dgm:pt>
    <dgm:pt modelId="{EBF0245F-D907-40D0-9652-AB6883A3EF2B}" type="pres">
      <dgm:prSet presAssocID="{1445419F-0C77-415A-A1BD-65297DC562FD}" presName="parSpace" presStyleCnt="0"/>
      <dgm:spPr/>
    </dgm:pt>
    <dgm:pt modelId="{A218BC4A-21A4-46F3-A3AF-D69F320C4EE9}" type="pres">
      <dgm:prSet presAssocID="{9DB73A7E-2DB9-46EB-BD1A-4189F5C0E8BE}" presName="parTxOnly" presStyleLbl="node1" presStyleIdx="2" presStyleCnt="5" custScaleY="68157" custLinFactNeighborX="-5210">
        <dgm:presLayoutVars>
          <dgm:bulletEnabled val="1"/>
        </dgm:presLayoutVars>
      </dgm:prSet>
      <dgm:spPr/>
    </dgm:pt>
    <dgm:pt modelId="{5AA32021-DD9C-4B9D-8B1E-133AAAD6BFEF}" type="pres">
      <dgm:prSet presAssocID="{20FA05D0-F6C7-4443-8207-D993B6B9CA15}" presName="parSpace" presStyleCnt="0"/>
      <dgm:spPr/>
    </dgm:pt>
    <dgm:pt modelId="{1E5B82A4-8F8D-49AE-A027-43BDBA23F16F}" type="pres">
      <dgm:prSet presAssocID="{B21C5189-666D-4E1E-B1E1-64435A0F048B}" presName="parTxOnly" presStyleLbl="node1" presStyleIdx="3" presStyleCnt="5" custScaleY="68157">
        <dgm:presLayoutVars>
          <dgm:bulletEnabled val="1"/>
        </dgm:presLayoutVars>
      </dgm:prSet>
      <dgm:spPr/>
    </dgm:pt>
    <dgm:pt modelId="{4C699FC7-EB4C-4F95-8579-854FCFE5DBD0}" type="pres">
      <dgm:prSet presAssocID="{C20A1AD8-AE65-4475-942E-1D6EA7BF4C6E}" presName="parSpace" presStyleCnt="0"/>
      <dgm:spPr/>
    </dgm:pt>
    <dgm:pt modelId="{FDC46893-4E7C-4708-BE7C-E570BD4FEDC0}" type="pres">
      <dgm:prSet presAssocID="{B3D31B80-390E-44AA-8452-315480142C9C}" presName="parTxOnly" presStyleLbl="node1" presStyleIdx="4" presStyleCnt="5" custScaleX="11162" custLinFactNeighborX="76780" custLinFactNeighborY="857">
        <dgm:presLayoutVars>
          <dgm:bulletEnabled val="1"/>
        </dgm:presLayoutVars>
      </dgm:prSet>
      <dgm:spPr/>
    </dgm:pt>
  </dgm:ptLst>
  <dgm:cxnLst>
    <dgm:cxn modelId="{57D5D12A-2685-484C-A80B-4AD0BA588575}" srcId="{FFB67616-3BDB-4A3A-8E51-9D675D059BC8}" destId="{9E74FA64-B04E-48DB-94CF-CBE89C5717A5}" srcOrd="0" destOrd="0" parTransId="{CC915D80-55E9-4395-8FD8-CF34D7FE3ACA}" sibTransId="{8380FCA7-F607-4A54-A4D4-76925121E8A8}"/>
    <dgm:cxn modelId="{E39D672D-B2AB-4E9E-8D80-6CFFC9F82AEB}" srcId="{FFB67616-3BDB-4A3A-8E51-9D675D059BC8}" destId="{B21C5189-666D-4E1E-B1E1-64435A0F048B}" srcOrd="3" destOrd="0" parTransId="{802D702D-450A-45E8-8CB3-0AE4058CDA4D}" sibTransId="{C20A1AD8-AE65-4475-942E-1D6EA7BF4C6E}"/>
    <dgm:cxn modelId="{F4DA8D36-90A5-44D4-9C7F-3678A4B3E428}" type="presOf" srcId="{B3D31B80-390E-44AA-8452-315480142C9C}" destId="{FDC46893-4E7C-4708-BE7C-E570BD4FEDC0}" srcOrd="0" destOrd="0" presId="urn:microsoft.com/office/officeart/2005/8/layout/hChevron3"/>
    <dgm:cxn modelId="{5558C739-467F-413A-8CF7-B19C1A3BBA2B}" type="presOf" srcId="{FFB67616-3BDB-4A3A-8E51-9D675D059BC8}" destId="{4E08E79F-7D21-47AD-9C32-92C1FE1FCE0A}" srcOrd="0" destOrd="0" presId="urn:microsoft.com/office/officeart/2005/8/layout/hChevron3"/>
    <dgm:cxn modelId="{7BC57B66-852E-48BD-BB0F-70E7BDF13DC8}" type="presOf" srcId="{B21C5189-666D-4E1E-B1E1-64435A0F048B}" destId="{1E5B82A4-8F8D-49AE-A027-43BDBA23F16F}" srcOrd="0" destOrd="0" presId="urn:microsoft.com/office/officeart/2005/8/layout/hChevron3"/>
    <dgm:cxn modelId="{4E1C4472-368C-4E55-A763-CA310C64802E}" srcId="{FFB67616-3BDB-4A3A-8E51-9D675D059BC8}" destId="{B3D31B80-390E-44AA-8452-315480142C9C}" srcOrd="4" destOrd="0" parTransId="{4B100851-1984-4F78-9359-5A0DBF9F1AC4}" sibTransId="{6FC7878F-33C8-48C1-88C0-4CCC857AF2AA}"/>
    <dgm:cxn modelId="{CC630E7B-F462-4437-8061-743716915F9E}" srcId="{FFB67616-3BDB-4A3A-8E51-9D675D059BC8}" destId="{9DB73A7E-2DB9-46EB-BD1A-4189F5C0E8BE}" srcOrd="2" destOrd="0" parTransId="{8BA927C1-FAB3-409C-91A2-2008CC69F7DD}" sibTransId="{20FA05D0-F6C7-4443-8207-D993B6B9CA15}"/>
    <dgm:cxn modelId="{01F82AAC-AADA-4881-ACA7-4DD5636DBFD9}" type="presOf" srcId="{9E74FA64-B04E-48DB-94CF-CBE89C5717A5}" destId="{1BF6F43E-1E05-4DF9-9CFE-D877DBEB1348}" srcOrd="0" destOrd="0" presId="urn:microsoft.com/office/officeart/2005/8/layout/hChevron3"/>
    <dgm:cxn modelId="{F33E1EB6-CD72-4416-AE23-7A7A0879E877}" type="presOf" srcId="{638DAB3B-B998-4B26-AD19-C24CC6288F18}" destId="{960189B7-82A8-43B2-ABE5-B11F29EE0160}" srcOrd="0" destOrd="0" presId="urn:microsoft.com/office/officeart/2005/8/layout/hChevron3"/>
    <dgm:cxn modelId="{AA9F2BDC-2865-4FA4-881F-8751EDE04B42}" type="presOf" srcId="{9DB73A7E-2DB9-46EB-BD1A-4189F5C0E8BE}" destId="{A218BC4A-21A4-46F3-A3AF-D69F320C4EE9}" srcOrd="0" destOrd="0" presId="urn:microsoft.com/office/officeart/2005/8/layout/hChevron3"/>
    <dgm:cxn modelId="{7A273AE6-6097-4F45-93F6-31364E856B59}" srcId="{FFB67616-3BDB-4A3A-8E51-9D675D059BC8}" destId="{638DAB3B-B998-4B26-AD19-C24CC6288F18}" srcOrd="1" destOrd="0" parTransId="{6F73EED0-B0F3-43DD-A01F-0E753819C5ED}" sibTransId="{1445419F-0C77-415A-A1BD-65297DC562FD}"/>
    <dgm:cxn modelId="{07775A5B-4C7F-4497-B112-631758AE6BD2}" type="presParOf" srcId="{4E08E79F-7D21-47AD-9C32-92C1FE1FCE0A}" destId="{1BF6F43E-1E05-4DF9-9CFE-D877DBEB1348}" srcOrd="0" destOrd="0" presId="urn:microsoft.com/office/officeart/2005/8/layout/hChevron3"/>
    <dgm:cxn modelId="{E3B4323E-AA7B-40DA-95B5-0488FEB979B2}" type="presParOf" srcId="{4E08E79F-7D21-47AD-9C32-92C1FE1FCE0A}" destId="{910CE98B-423F-4DFD-90E4-451AC40E04EF}" srcOrd="1" destOrd="0" presId="urn:microsoft.com/office/officeart/2005/8/layout/hChevron3"/>
    <dgm:cxn modelId="{E1943901-C882-42B7-B478-6BA850AC8757}" type="presParOf" srcId="{4E08E79F-7D21-47AD-9C32-92C1FE1FCE0A}" destId="{960189B7-82A8-43B2-ABE5-B11F29EE0160}" srcOrd="2" destOrd="0" presId="urn:microsoft.com/office/officeart/2005/8/layout/hChevron3"/>
    <dgm:cxn modelId="{9C4CB034-B08A-4E27-A239-74DCCE902064}" type="presParOf" srcId="{4E08E79F-7D21-47AD-9C32-92C1FE1FCE0A}" destId="{EBF0245F-D907-40D0-9652-AB6883A3EF2B}" srcOrd="3" destOrd="0" presId="urn:microsoft.com/office/officeart/2005/8/layout/hChevron3"/>
    <dgm:cxn modelId="{47819E75-5286-4A7E-944D-FA32AB030299}" type="presParOf" srcId="{4E08E79F-7D21-47AD-9C32-92C1FE1FCE0A}" destId="{A218BC4A-21A4-46F3-A3AF-D69F320C4EE9}" srcOrd="4" destOrd="0" presId="urn:microsoft.com/office/officeart/2005/8/layout/hChevron3"/>
    <dgm:cxn modelId="{92A85E86-C9C4-496A-B3C1-4E82F042FEF4}" type="presParOf" srcId="{4E08E79F-7D21-47AD-9C32-92C1FE1FCE0A}" destId="{5AA32021-DD9C-4B9D-8B1E-133AAAD6BFEF}" srcOrd="5" destOrd="0" presId="urn:microsoft.com/office/officeart/2005/8/layout/hChevron3"/>
    <dgm:cxn modelId="{A1FCCB32-BE29-4775-BF2B-DBBDC6BA69E7}" type="presParOf" srcId="{4E08E79F-7D21-47AD-9C32-92C1FE1FCE0A}" destId="{1E5B82A4-8F8D-49AE-A027-43BDBA23F16F}" srcOrd="6" destOrd="0" presId="urn:microsoft.com/office/officeart/2005/8/layout/hChevron3"/>
    <dgm:cxn modelId="{D9C21E20-2B1F-42E7-8DDB-5CEC59E95095}" type="presParOf" srcId="{4E08E79F-7D21-47AD-9C32-92C1FE1FCE0A}" destId="{4C699FC7-EB4C-4F95-8579-854FCFE5DBD0}" srcOrd="7" destOrd="0" presId="urn:microsoft.com/office/officeart/2005/8/layout/hChevron3"/>
    <dgm:cxn modelId="{5EDC7486-7E4B-4083-90F9-518D9A8997A4}" type="presParOf" srcId="{4E08E79F-7D21-47AD-9C32-92C1FE1FCE0A}" destId="{FDC46893-4E7C-4708-BE7C-E570BD4FEDC0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F6F43E-1E05-4DF9-9CFE-D877DBEB1348}">
      <dsp:nvSpPr>
        <dsp:cNvPr id="0" name=""/>
        <dsp:cNvSpPr/>
      </dsp:nvSpPr>
      <dsp:spPr>
        <a:xfrm>
          <a:off x="0" y="0"/>
          <a:ext cx="3470523" cy="367307"/>
        </a:xfrm>
        <a:prstGeom prst="chevron">
          <a:avLst/>
        </a:prstGeom>
        <a:solidFill>
          <a:srgbClr val="B2381C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678" tIns="45339" rIns="22670" bIns="4533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Jan</a:t>
          </a:r>
        </a:p>
      </dsp:txBody>
      <dsp:txXfrm>
        <a:off x="183654" y="0"/>
        <a:ext cx="3103216" cy="367307"/>
      </dsp:txXfrm>
    </dsp:sp>
    <dsp:sp modelId="{960189B7-82A8-43B2-ABE5-B11F29EE0160}">
      <dsp:nvSpPr>
        <dsp:cNvPr id="0" name=""/>
        <dsp:cNvSpPr/>
      </dsp:nvSpPr>
      <dsp:spPr>
        <a:xfrm>
          <a:off x="2743714" y="0"/>
          <a:ext cx="3470523" cy="367307"/>
        </a:xfrm>
        <a:prstGeom prst="chevron">
          <a:avLst/>
        </a:prstGeom>
        <a:solidFill>
          <a:srgbClr val="B2381C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45339" rIns="22670" bIns="4533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Feb</a:t>
          </a:r>
        </a:p>
      </dsp:txBody>
      <dsp:txXfrm>
        <a:off x="2927368" y="0"/>
        <a:ext cx="3103216" cy="367307"/>
      </dsp:txXfrm>
    </dsp:sp>
    <dsp:sp modelId="{A218BC4A-21A4-46F3-A3AF-D69F320C4EE9}">
      <dsp:nvSpPr>
        <dsp:cNvPr id="0" name=""/>
        <dsp:cNvSpPr/>
      </dsp:nvSpPr>
      <dsp:spPr>
        <a:xfrm>
          <a:off x="5520133" y="0"/>
          <a:ext cx="3470523" cy="367307"/>
        </a:xfrm>
        <a:prstGeom prst="chevron">
          <a:avLst/>
        </a:prstGeom>
        <a:solidFill>
          <a:srgbClr val="B2381C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45339" rIns="22670" bIns="4533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Mar</a:t>
          </a:r>
        </a:p>
      </dsp:txBody>
      <dsp:txXfrm>
        <a:off x="5703787" y="0"/>
        <a:ext cx="3103216" cy="367307"/>
      </dsp:txXfrm>
    </dsp:sp>
    <dsp:sp modelId="{1E5B82A4-8F8D-49AE-A027-43BDBA23F16F}">
      <dsp:nvSpPr>
        <dsp:cNvPr id="0" name=""/>
        <dsp:cNvSpPr/>
      </dsp:nvSpPr>
      <dsp:spPr>
        <a:xfrm>
          <a:off x="8332714" y="0"/>
          <a:ext cx="3470523" cy="367307"/>
        </a:xfrm>
        <a:prstGeom prst="chevron">
          <a:avLst/>
        </a:prstGeom>
        <a:solidFill>
          <a:srgbClr val="B2381C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45339" rIns="22670" bIns="4533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April</a:t>
          </a:r>
        </a:p>
      </dsp:txBody>
      <dsp:txXfrm>
        <a:off x="8516368" y="0"/>
        <a:ext cx="3103216" cy="367307"/>
      </dsp:txXfrm>
    </dsp:sp>
    <dsp:sp modelId="{FDC46893-4E7C-4708-BE7C-E570BD4FEDC0}">
      <dsp:nvSpPr>
        <dsp:cNvPr id="0" name=""/>
        <dsp:cNvSpPr/>
      </dsp:nvSpPr>
      <dsp:spPr>
        <a:xfrm>
          <a:off x="11419317" y="0"/>
          <a:ext cx="387379" cy="367307"/>
        </a:xfrm>
        <a:prstGeom prst="chevron">
          <a:avLst/>
        </a:prstGeom>
        <a:solidFill>
          <a:srgbClr val="B2381C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11602971" y="0"/>
        <a:ext cx="20072" cy="3673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41064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800" y="0"/>
            <a:ext cx="4301543" cy="341064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/>
            </a:lvl1pPr>
          </a:lstStyle>
          <a:p>
            <a:fld id="{2A3EE131-D7AE-47FD-A14B-A4590389E309}" type="datetimeFigureOut">
              <a:rPr lang="en-GB" smtClean="0"/>
              <a:pPr/>
              <a:t>16/01/2023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456614"/>
            <a:ext cx="4301543" cy="34106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800" y="6456614"/>
            <a:ext cx="4301543" cy="34106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/>
            </a:lvl1pPr>
          </a:lstStyle>
          <a:p>
            <a:fld id="{AE2E2C6C-1A46-49B2-95A1-874E5B60CA1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47168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1697" y="0"/>
            <a:ext cx="4302625" cy="340265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/>
            </a:lvl1pPr>
          </a:lstStyle>
          <a:p>
            <a:fld id="{54F6B5D3-2AB1-4063-BA50-FEBA813E0814}" type="datetimeFigureOut">
              <a:rPr lang="en-GB" smtClean="0"/>
              <a:pPr/>
              <a:t>16/01/2023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5112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204" y="3271104"/>
            <a:ext cx="7942238" cy="2676455"/>
          </a:xfrm>
          <a:prstGeom prst="rect">
            <a:avLst/>
          </a:prstGeom>
        </p:spPr>
        <p:txBody>
          <a:bodyPr vert="horz" lIns="92830" tIns="46415" rIns="92830" bIns="4641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7411"/>
            <a:ext cx="4302625" cy="340265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1697" y="6457411"/>
            <a:ext cx="4302625" cy="340265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/>
            </a:lvl1pPr>
          </a:lstStyle>
          <a:p>
            <a:fld id="{777201BC-94E4-4101-962D-54511777D22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7234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/>
              <a:t>This presentation needs to be viewed in slideshow mode</a:t>
            </a:r>
            <a:endParaRPr lang="LID4096" sz="1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7201BC-94E4-4101-962D-54511777D224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75841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GB" sz="1800">
              <a:effectLst/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GB" sz="1800">
              <a:effectLst/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7201BC-94E4-4101-962D-54511777D224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4243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GB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7201BC-94E4-4101-962D-54511777D224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6736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7201BC-94E4-4101-962D-54511777D224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4568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711200" y="936189"/>
            <a:ext cx="10779125" cy="144208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4000" b="1">
                <a:solidFill>
                  <a:srgbClr val="00817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Presentation title goes here</a:t>
            </a:r>
          </a:p>
          <a:p>
            <a:pPr lvl="0"/>
            <a:r>
              <a:rPr lang="en-US"/>
              <a:t>Max two lines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711200" y="365747"/>
            <a:ext cx="2164080" cy="322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b="1">
                <a:solidFill>
                  <a:srgbClr val="00817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Speaker | Date | Venue</a:t>
            </a:r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s_European Brief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777564" y="2110710"/>
            <a:ext cx="10774041" cy="3184525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rgbClr val="00817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3600">
                <a:solidFill>
                  <a:srgbClr val="00817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3200">
                <a:solidFill>
                  <a:srgbClr val="00817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800">
                <a:solidFill>
                  <a:srgbClr val="00817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800">
                <a:solidFill>
                  <a:srgbClr val="00817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777564" y="272472"/>
            <a:ext cx="10773577" cy="1322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562737" indent="0">
              <a:buNone/>
              <a:defRPr/>
            </a:lvl2pPr>
            <a:lvl3pPr marL="1125472" indent="0">
              <a:buNone/>
              <a:defRPr/>
            </a:lvl3pPr>
            <a:lvl4pPr marL="1688207" indent="0">
              <a:buNone/>
              <a:defRPr/>
            </a:lvl4pPr>
            <a:lvl5pPr marL="2250944" indent="0">
              <a:buNone/>
              <a:defRPr/>
            </a:lvl5pPr>
          </a:lstStyle>
          <a:p>
            <a:pPr lvl="0"/>
            <a:r>
              <a:rPr lang="en-US"/>
              <a:t>Slide title goes here</a:t>
            </a:r>
            <a:br>
              <a:rPr lang="en-US"/>
            </a:br>
            <a:r>
              <a:rPr lang="en-US"/>
              <a:t>Max two lines</a:t>
            </a:r>
          </a:p>
        </p:txBody>
      </p:sp>
    </p:spTree>
    <p:extLst>
      <p:ext uri="{BB962C8B-B14F-4D97-AF65-F5344CB8AC3E}">
        <p14:creationId xmlns:p14="http://schemas.microsoft.com/office/powerpoint/2010/main" val="3587964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81400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_image_Synthesi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68000" y="36000"/>
            <a:ext cx="11246369" cy="6761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562737" indent="0">
              <a:buNone/>
              <a:defRPr/>
            </a:lvl2pPr>
            <a:lvl3pPr marL="1125472" indent="0">
              <a:buNone/>
              <a:defRPr/>
            </a:lvl3pPr>
            <a:lvl4pPr marL="1688207" indent="0">
              <a:buNone/>
              <a:defRPr/>
            </a:lvl4pPr>
            <a:lvl5pPr marL="2250944" indent="0">
              <a:buNone/>
              <a:defRPr/>
            </a:lvl5pPr>
          </a:lstStyle>
          <a:p>
            <a:pPr lvl="0"/>
            <a:r>
              <a:rPr lang="en-US"/>
              <a:t>Slide title goes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68313" y="1431925"/>
            <a:ext cx="11245850" cy="3759200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rgbClr val="00817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3600">
                <a:solidFill>
                  <a:srgbClr val="00817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3200">
                <a:solidFill>
                  <a:srgbClr val="00817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800">
                <a:solidFill>
                  <a:srgbClr val="00817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800">
                <a:solidFill>
                  <a:srgbClr val="00817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598488" y="6250565"/>
            <a:ext cx="3683000" cy="274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rgbClr val="00817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000">
                <a:solidFill>
                  <a:srgbClr val="006654"/>
                </a:solidFill>
              </a:defRPr>
            </a:lvl2pPr>
            <a:lvl3pPr>
              <a:defRPr sz="1000">
                <a:solidFill>
                  <a:srgbClr val="006654"/>
                </a:solidFill>
              </a:defRPr>
            </a:lvl3pPr>
            <a:lvl4pPr>
              <a:defRPr sz="1000">
                <a:solidFill>
                  <a:srgbClr val="006654"/>
                </a:solidFill>
              </a:defRPr>
            </a:lvl4pPr>
            <a:lvl5pPr>
              <a:defRPr sz="1000">
                <a:solidFill>
                  <a:srgbClr val="006654"/>
                </a:solidFill>
              </a:defRPr>
            </a:lvl5pPr>
          </a:lstStyle>
          <a:p>
            <a:pPr lvl="0"/>
            <a:r>
              <a:rPr lang="en-US"/>
              <a:t>Source reference for illustration</a:t>
            </a:r>
          </a:p>
        </p:txBody>
      </p:sp>
    </p:spTree>
    <p:extLst>
      <p:ext uri="{BB962C8B-B14F-4D97-AF65-F5344CB8AC3E}">
        <p14:creationId xmlns:p14="http://schemas.microsoft.com/office/powerpoint/2010/main" val="2810682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 no bann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C62AA2-AF8C-E857-9CE5-85FBF14FC9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4000" y="6228003"/>
            <a:ext cx="2160000" cy="43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6923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slide with bann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C62AA2-AF8C-E857-9CE5-85FBF14FC9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4000" y="6228003"/>
            <a:ext cx="2160000" cy="43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2254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" Target="../slides/slide2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4000" y="6228003"/>
            <a:ext cx="2160000" cy="43443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1125472" rtl="0" eaLnBrk="1" latinLnBrk="0" hangingPunct="1">
        <a:spcBef>
          <a:spcPct val="0"/>
        </a:spcBef>
        <a:buNone/>
        <a:defRPr sz="54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2051" indent="-422051" algn="l" defTabSz="1125472" rtl="0" eaLnBrk="1" latinLnBrk="0" hangingPunct="1">
        <a:spcBef>
          <a:spcPct val="20000"/>
        </a:spcBef>
        <a:buFont typeface="Arial" pitchFamily="34" charset="0"/>
        <a:buChar char="•"/>
        <a:defRPr sz="3939" kern="1200">
          <a:solidFill>
            <a:schemeClr val="tx1"/>
          </a:solidFill>
          <a:latin typeface="+mn-lt"/>
          <a:ea typeface="+mn-ea"/>
          <a:cs typeface="+mn-cs"/>
        </a:defRPr>
      </a:lvl1pPr>
      <a:lvl2pPr marL="914446" indent="-351710" algn="l" defTabSz="1125472" rtl="0" eaLnBrk="1" latinLnBrk="0" hangingPunct="1">
        <a:spcBef>
          <a:spcPct val="20000"/>
        </a:spcBef>
        <a:buFont typeface="Arial" pitchFamily="34" charset="0"/>
        <a:buChar char="–"/>
        <a:defRPr sz="3446" kern="1200">
          <a:solidFill>
            <a:schemeClr val="tx1"/>
          </a:solidFill>
          <a:latin typeface="+mn-lt"/>
          <a:ea typeface="+mn-ea"/>
          <a:cs typeface="+mn-cs"/>
        </a:defRPr>
      </a:lvl2pPr>
      <a:lvl3pPr marL="1406839" indent="-281368" algn="l" defTabSz="1125472" rtl="0" eaLnBrk="1" latinLnBrk="0" hangingPunct="1">
        <a:spcBef>
          <a:spcPct val="20000"/>
        </a:spcBef>
        <a:buFont typeface="Arial" pitchFamily="34" charset="0"/>
        <a:buChar char="•"/>
        <a:defRPr sz="2954" kern="1200">
          <a:solidFill>
            <a:schemeClr val="tx1"/>
          </a:solidFill>
          <a:latin typeface="+mn-lt"/>
          <a:ea typeface="+mn-ea"/>
          <a:cs typeface="+mn-cs"/>
        </a:defRPr>
      </a:lvl3pPr>
      <a:lvl4pPr marL="1969575" indent="-281368" algn="l" defTabSz="1125472" rtl="0" eaLnBrk="1" latinLnBrk="0" hangingPunct="1">
        <a:spcBef>
          <a:spcPct val="20000"/>
        </a:spcBef>
        <a:buFont typeface="Arial" pitchFamily="34" charset="0"/>
        <a:buChar char="–"/>
        <a:defRPr sz="2462" kern="1200">
          <a:solidFill>
            <a:schemeClr val="tx1"/>
          </a:solidFill>
          <a:latin typeface="+mn-lt"/>
          <a:ea typeface="+mn-ea"/>
          <a:cs typeface="+mn-cs"/>
        </a:defRPr>
      </a:lvl4pPr>
      <a:lvl5pPr marL="2532312" indent="-281368" algn="l" defTabSz="1125472" rtl="0" eaLnBrk="1" latinLnBrk="0" hangingPunct="1">
        <a:spcBef>
          <a:spcPct val="20000"/>
        </a:spcBef>
        <a:buFont typeface="Arial" pitchFamily="34" charset="0"/>
        <a:buChar char="»"/>
        <a:defRPr sz="2462" kern="1200">
          <a:solidFill>
            <a:schemeClr val="tx1"/>
          </a:solidFill>
          <a:latin typeface="+mn-lt"/>
          <a:ea typeface="+mn-ea"/>
          <a:cs typeface="+mn-cs"/>
        </a:defRPr>
      </a:lvl5pPr>
      <a:lvl6pPr marL="3095047" indent="-281368" algn="l" defTabSz="1125472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6pPr>
      <a:lvl7pPr marL="3657783" indent="-281368" algn="l" defTabSz="1125472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7pPr>
      <a:lvl8pPr marL="4220519" indent="-281368" algn="l" defTabSz="1125472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8pPr>
      <a:lvl9pPr marL="4783254" indent="-281368" algn="l" defTabSz="1125472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37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72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207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944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79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415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151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886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2000" cy="1790732"/>
          </a:xfrm>
          <a:prstGeom prst="rect">
            <a:avLst/>
          </a:prstGeom>
          <a:solidFill>
            <a:srgbClr val="00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215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4000" y="6228003"/>
            <a:ext cx="2160000" cy="43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637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hf sldNum="0" hdr="0" ftr="0" dt="0"/>
  <p:txStyles>
    <p:titleStyle>
      <a:lvl1pPr algn="ctr" defTabSz="1125472" rtl="0" eaLnBrk="1" latinLnBrk="0" hangingPunct="1">
        <a:spcBef>
          <a:spcPct val="0"/>
        </a:spcBef>
        <a:buNone/>
        <a:defRPr sz="54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2051" indent="-422051" algn="l" defTabSz="1125472" rtl="0" eaLnBrk="1" latinLnBrk="0" hangingPunct="1">
        <a:spcBef>
          <a:spcPct val="20000"/>
        </a:spcBef>
        <a:buFont typeface="Arial" pitchFamily="34" charset="0"/>
        <a:buChar char="•"/>
        <a:defRPr sz="3939" kern="1200">
          <a:solidFill>
            <a:schemeClr val="tx1"/>
          </a:solidFill>
          <a:latin typeface="+mn-lt"/>
          <a:ea typeface="+mn-ea"/>
          <a:cs typeface="+mn-cs"/>
        </a:defRPr>
      </a:lvl1pPr>
      <a:lvl2pPr marL="914446" indent="-351710" algn="l" defTabSz="1125472" rtl="0" eaLnBrk="1" latinLnBrk="0" hangingPunct="1">
        <a:spcBef>
          <a:spcPct val="20000"/>
        </a:spcBef>
        <a:buFont typeface="Arial" pitchFamily="34" charset="0"/>
        <a:buChar char="–"/>
        <a:defRPr sz="3446" kern="1200">
          <a:solidFill>
            <a:schemeClr val="tx1"/>
          </a:solidFill>
          <a:latin typeface="+mn-lt"/>
          <a:ea typeface="+mn-ea"/>
          <a:cs typeface="+mn-cs"/>
        </a:defRPr>
      </a:lvl2pPr>
      <a:lvl3pPr marL="1406839" indent="-281368" algn="l" defTabSz="1125472" rtl="0" eaLnBrk="1" latinLnBrk="0" hangingPunct="1">
        <a:spcBef>
          <a:spcPct val="20000"/>
        </a:spcBef>
        <a:buFont typeface="Arial" pitchFamily="34" charset="0"/>
        <a:buChar char="•"/>
        <a:defRPr sz="2954" kern="1200">
          <a:solidFill>
            <a:schemeClr val="tx1"/>
          </a:solidFill>
          <a:latin typeface="+mn-lt"/>
          <a:ea typeface="+mn-ea"/>
          <a:cs typeface="+mn-cs"/>
        </a:defRPr>
      </a:lvl3pPr>
      <a:lvl4pPr marL="1969575" indent="-281368" algn="l" defTabSz="1125472" rtl="0" eaLnBrk="1" latinLnBrk="0" hangingPunct="1">
        <a:spcBef>
          <a:spcPct val="20000"/>
        </a:spcBef>
        <a:buFont typeface="Arial" pitchFamily="34" charset="0"/>
        <a:buChar char="–"/>
        <a:defRPr sz="2462" kern="1200">
          <a:solidFill>
            <a:schemeClr val="tx1"/>
          </a:solidFill>
          <a:latin typeface="+mn-lt"/>
          <a:ea typeface="+mn-ea"/>
          <a:cs typeface="+mn-cs"/>
        </a:defRPr>
      </a:lvl4pPr>
      <a:lvl5pPr marL="2532312" indent="-281368" algn="l" defTabSz="1125472" rtl="0" eaLnBrk="1" latinLnBrk="0" hangingPunct="1">
        <a:spcBef>
          <a:spcPct val="20000"/>
        </a:spcBef>
        <a:buFont typeface="Arial" pitchFamily="34" charset="0"/>
        <a:buChar char="»"/>
        <a:defRPr sz="2462" kern="1200">
          <a:solidFill>
            <a:schemeClr val="tx1"/>
          </a:solidFill>
          <a:latin typeface="+mn-lt"/>
          <a:ea typeface="+mn-ea"/>
          <a:cs typeface="+mn-cs"/>
        </a:defRPr>
      </a:lvl5pPr>
      <a:lvl6pPr marL="3095047" indent="-281368" algn="l" defTabSz="1125472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6pPr>
      <a:lvl7pPr marL="3657783" indent="-281368" algn="l" defTabSz="1125472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7pPr>
      <a:lvl8pPr marL="4220519" indent="-281368" algn="l" defTabSz="1125472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8pPr>
      <a:lvl9pPr marL="4783254" indent="-281368" algn="l" defTabSz="1125472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37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72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207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944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79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415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151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886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hlinkClick r:id="rId6" action="ppaction://hlinksldjump"/>
          </p:cNvPr>
          <p:cNvSpPr/>
          <p:nvPr userDrawn="1"/>
        </p:nvSpPr>
        <p:spPr>
          <a:xfrm>
            <a:off x="2344619" y="152400"/>
            <a:ext cx="885743" cy="2308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215"/>
          </a:p>
        </p:txBody>
      </p:sp>
      <p:sp>
        <p:nvSpPr>
          <p:cNvPr id="25" name="Rectangle 24"/>
          <p:cNvSpPr/>
          <p:nvPr userDrawn="1"/>
        </p:nvSpPr>
        <p:spPr>
          <a:xfrm>
            <a:off x="0" y="5"/>
            <a:ext cx="12192000" cy="778149"/>
          </a:xfrm>
          <a:prstGeom prst="rect">
            <a:avLst/>
          </a:prstGeom>
          <a:solidFill>
            <a:srgbClr val="00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215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4000" y="6228003"/>
            <a:ext cx="2160000" cy="43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10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2" r:id="rId2"/>
    <p:sldLayoutId id="2147483714" r:id="rId3"/>
    <p:sldLayoutId id="2147483715" r:id="rId4"/>
  </p:sldLayoutIdLst>
  <p:hf sldNum="0" hdr="0" ftr="0" dt="0"/>
  <p:txStyles>
    <p:titleStyle>
      <a:lvl1pPr algn="ctr" defTabSz="1125472" rtl="0" eaLnBrk="1" latinLnBrk="0" hangingPunct="1">
        <a:spcBef>
          <a:spcPct val="0"/>
        </a:spcBef>
        <a:buNone/>
        <a:defRPr sz="54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2051" indent="-422051" algn="l" defTabSz="1125472" rtl="0" eaLnBrk="1" latinLnBrk="0" hangingPunct="1">
        <a:spcBef>
          <a:spcPct val="20000"/>
        </a:spcBef>
        <a:buFont typeface="Arial" pitchFamily="34" charset="0"/>
        <a:buChar char="•"/>
        <a:defRPr sz="3939" kern="1200">
          <a:solidFill>
            <a:schemeClr val="tx1"/>
          </a:solidFill>
          <a:latin typeface="+mn-lt"/>
          <a:ea typeface="+mn-ea"/>
          <a:cs typeface="+mn-cs"/>
        </a:defRPr>
      </a:lvl1pPr>
      <a:lvl2pPr marL="914446" indent="-351710" algn="l" defTabSz="1125472" rtl="0" eaLnBrk="1" latinLnBrk="0" hangingPunct="1">
        <a:spcBef>
          <a:spcPct val="20000"/>
        </a:spcBef>
        <a:buFont typeface="Arial" pitchFamily="34" charset="0"/>
        <a:buChar char="–"/>
        <a:defRPr sz="3446" kern="1200">
          <a:solidFill>
            <a:schemeClr val="tx1"/>
          </a:solidFill>
          <a:latin typeface="+mn-lt"/>
          <a:ea typeface="+mn-ea"/>
          <a:cs typeface="+mn-cs"/>
        </a:defRPr>
      </a:lvl2pPr>
      <a:lvl3pPr marL="1406839" indent="-281368" algn="l" defTabSz="1125472" rtl="0" eaLnBrk="1" latinLnBrk="0" hangingPunct="1">
        <a:spcBef>
          <a:spcPct val="20000"/>
        </a:spcBef>
        <a:buFont typeface="Arial" pitchFamily="34" charset="0"/>
        <a:buChar char="•"/>
        <a:defRPr sz="2954" kern="1200">
          <a:solidFill>
            <a:schemeClr val="tx1"/>
          </a:solidFill>
          <a:latin typeface="+mn-lt"/>
          <a:ea typeface="+mn-ea"/>
          <a:cs typeface="+mn-cs"/>
        </a:defRPr>
      </a:lvl3pPr>
      <a:lvl4pPr marL="1969575" indent="-281368" algn="l" defTabSz="1125472" rtl="0" eaLnBrk="1" latinLnBrk="0" hangingPunct="1">
        <a:spcBef>
          <a:spcPct val="20000"/>
        </a:spcBef>
        <a:buFont typeface="Arial" pitchFamily="34" charset="0"/>
        <a:buChar char="–"/>
        <a:defRPr sz="2462" kern="1200">
          <a:solidFill>
            <a:schemeClr val="tx1"/>
          </a:solidFill>
          <a:latin typeface="+mn-lt"/>
          <a:ea typeface="+mn-ea"/>
          <a:cs typeface="+mn-cs"/>
        </a:defRPr>
      </a:lvl4pPr>
      <a:lvl5pPr marL="2532312" indent="-281368" algn="l" defTabSz="1125472" rtl="0" eaLnBrk="1" latinLnBrk="0" hangingPunct="1">
        <a:spcBef>
          <a:spcPct val="20000"/>
        </a:spcBef>
        <a:buFont typeface="Arial" pitchFamily="34" charset="0"/>
        <a:buChar char="»"/>
        <a:defRPr sz="2462" kern="1200">
          <a:solidFill>
            <a:schemeClr val="tx1"/>
          </a:solidFill>
          <a:latin typeface="+mn-lt"/>
          <a:ea typeface="+mn-ea"/>
          <a:cs typeface="+mn-cs"/>
        </a:defRPr>
      </a:lvl5pPr>
      <a:lvl6pPr marL="3095047" indent="-281368" algn="l" defTabSz="1125472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6pPr>
      <a:lvl7pPr marL="3657783" indent="-281368" algn="l" defTabSz="1125472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7pPr>
      <a:lvl8pPr marL="4220519" indent="-281368" algn="l" defTabSz="1125472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8pPr>
      <a:lvl9pPr marL="4783254" indent="-281368" algn="l" defTabSz="1125472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37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72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207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944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79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415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151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886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notesSlide" Target="../notesSlides/notesSlide4.xml"/><Relationship Id="rId18" Type="http://schemas.microsoft.com/office/2007/relationships/diagramDrawing" Target="../diagrams/drawing1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slideLayout" Target="../slideLayouts/slideLayout4.xml"/><Relationship Id="rId17" Type="http://schemas.openxmlformats.org/officeDocument/2006/relationships/diagramColors" Target="../diagrams/colors1.xml"/><Relationship Id="rId2" Type="http://schemas.openxmlformats.org/officeDocument/2006/relationships/tags" Target="../tags/tag2.xml"/><Relationship Id="rId16" Type="http://schemas.openxmlformats.org/officeDocument/2006/relationships/diagramQuickStyle" Target="../diagrams/quickStyle1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diagramLayout" Target="../diagrams/layout1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diagramData" Target="../diagrams/data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1603701"/>
            <a:ext cx="12192000" cy="1442085"/>
          </a:xfrm>
        </p:spPr>
        <p:txBody>
          <a:bodyPr lIns="91440" tIns="45720" rIns="91440" bIns="45720" anchor="t"/>
          <a:lstStyle/>
          <a:p>
            <a:pPr algn="ctr"/>
            <a:r>
              <a:rPr lang="en-GB"/>
              <a:t>Reportnet 3 – 2023 Architectural changes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711199" y="365746"/>
            <a:ext cx="6058717" cy="388397"/>
          </a:xfrm>
        </p:spPr>
        <p:txBody>
          <a:bodyPr/>
          <a:lstStyle/>
          <a:p>
            <a:r>
              <a:rPr lang="en-GB" sz="1050">
                <a:latin typeface="Calibri"/>
                <a:cs typeface="Calibri"/>
              </a:rPr>
              <a:t>16/01/2023 – Reportnet 3 Architecture</a:t>
            </a:r>
          </a:p>
          <a:p>
            <a:r>
              <a:rPr lang="en-GB" sz="1050">
                <a:latin typeface="Calibri"/>
                <a:cs typeface="Calibri"/>
              </a:rPr>
              <a:t>Pekka Niikkonen - Christian-Xavier </a:t>
            </a:r>
            <a:r>
              <a:rPr lang="en-GB" sz="1050" err="1">
                <a:latin typeface="Calibri"/>
                <a:cs typeface="Calibri"/>
              </a:rPr>
              <a:t>Prosperini</a:t>
            </a:r>
            <a:endParaRPr lang="en-GB" sz="1050">
              <a:latin typeface="Calibri"/>
              <a:cs typeface="Calibri"/>
            </a:endParaRPr>
          </a:p>
          <a:p>
            <a:endParaRPr lang="en-GB" sz="1050"/>
          </a:p>
        </p:txBody>
      </p:sp>
      <p:pic>
        <p:nvPicPr>
          <p:cNvPr id="4" name="Picture 10" descr="Reportnet app logo">
            <a:extLst>
              <a:ext uri="{FF2B5EF4-FFF2-40B4-BE49-F238E27FC236}">
                <a16:creationId xmlns:a16="http://schemas.microsoft.com/office/drawing/2014/main" id="{46A6B839-D42F-6058-56E6-622F25970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3914" y="2713258"/>
            <a:ext cx="2364171" cy="23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2714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FAB9D13-A56B-459D-A7E4-CA536B395A5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/>
              <a:t>Current situation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8BB2C-7267-4E47-B872-7E726BB3B7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0592" y="1138487"/>
            <a:ext cx="11245850" cy="5538983"/>
          </a:xfrm>
        </p:spPr>
        <p:txBody>
          <a:bodyPr lIns="91440" tIns="45720" rIns="91440" bIns="45720" anchor="t"/>
          <a:lstStyle/>
          <a:p>
            <a:pPr marL="421640" indent="-421640"/>
            <a:r>
              <a:rPr lang="en-GB" sz="2800">
                <a:latin typeface="Calibri"/>
                <a:cs typeface="Calibri"/>
              </a:rPr>
              <a:t>Many dataflow deliveries failing</a:t>
            </a:r>
          </a:p>
          <a:p>
            <a:pPr marL="913765" lvl="1" indent="-421640"/>
            <a:r>
              <a:rPr lang="en-GB" sz="2000">
                <a:latin typeface="Calibri"/>
                <a:cs typeface="Calibri"/>
              </a:rPr>
              <a:t>Data processing of deliveries fail due to:</a:t>
            </a:r>
            <a:endParaRPr lang="en-GB" sz="2000">
              <a:latin typeface="Calibri"/>
              <a:ea typeface="Calibri"/>
              <a:cs typeface="Calibri"/>
            </a:endParaRPr>
          </a:p>
          <a:p>
            <a:pPr marL="1405890" lvl="2" indent="-421640"/>
            <a:r>
              <a:rPr lang="en-GB" sz="2000">
                <a:latin typeface="Calibri"/>
                <a:cs typeface="Calibri"/>
              </a:rPr>
              <a:t>High volumes of data</a:t>
            </a:r>
            <a:endParaRPr lang="en-GB" sz="2000">
              <a:latin typeface="Calibri"/>
              <a:ea typeface="Calibri"/>
              <a:cs typeface="Calibri"/>
            </a:endParaRPr>
          </a:p>
          <a:p>
            <a:pPr marL="1405890" lvl="2" indent="-421640"/>
            <a:r>
              <a:rPr lang="en-GB" sz="2000">
                <a:latin typeface="Calibri"/>
                <a:cs typeface="Calibri"/>
              </a:rPr>
              <a:t>Complex QC rules</a:t>
            </a:r>
            <a:endParaRPr lang="en-GB" sz="2000">
              <a:latin typeface="Calibri"/>
              <a:ea typeface="Calibri"/>
              <a:cs typeface="Calibri"/>
            </a:endParaRPr>
          </a:p>
          <a:p>
            <a:pPr marL="1405890" lvl="2" indent="-421640"/>
            <a:r>
              <a:rPr lang="en-GB" sz="2000">
                <a:latin typeface="Calibri"/>
                <a:ea typeface="Calibri"/>
                <a:cs typeface="Calibri"/>
              </a:rPr>
              <a:t>Bottlenecks in database design and structure</a:t>
            </a:r>
          </a:p>
          <a:p>
            <a:pPr marL="913765" lvl="1" indent="-421640"/>
            <a:r>
              <a:rPr lang="en-GB" sz="2400">
                <a:latin typeface="Calibri"/>
                <a:cs typeface="Calibri"/>
              </a:rPr>
              <a:t>Failures because of long run times</a:t>
            </a:r>
            <a:endParaRPr lang="en-GB" sz="2400">
              <a:latin typeface="Calibri"/>
              <a:ea typeface="Calibri"/>
              <a:cs typeface="Calibri"/>
            </a:endParaRPr>
          </a:p>
          <a:p>
            <a:pPr marL="1405890" lvl="2" indent="-421640"/>
            <a:r>
              <a:rPr lang="en-GB" sz="2000">
                <a:latin typeface="Calibri"/>
                <a:cs typeface="Calibri"/>
              </a:rPr>
              <a:t>Can lead to cancellations or timeouts and failures</a:t>
            </a:r>
            <a:endParaRPr lang="en-GB" sz="2000">
              <a:latin typeface="Calibri"/>
              <a:ea typeface="Calibri"/>
              <a:cs typeface="Calibri"/>
            </a:endParaRPr>
          </a:p>
          <a:p>
            <a:pPr marL="913765" lvl="1" indent="-421640"/>
            <a:r>
              <a:rPr lang="en-GB" sz="2400">
                <a:latin typeface="Calibri"/>
                <a:cs typeface="Calibri"/>
              </a:rPr>
              <a:t>Networking issues</a:t>
            </a:r>
            <a:endParaRPr lang="en-GB" sz="2400">
              <a:latin typeface="Calibri"/>
              <a:ea typeface="Calibri"/>
              <a:cs typeface="Calibri"/>
            </a:endParaRPr>
          </a:p>
          <a:p>
            <a:pPr marL="1405890" lvl="2" indent="-421640"/>
            <a:r>
              <a:rPr lang="en-GB" sz="2000">
                <a:latin typeface="Calibri"/>
                <a:cs typeface="Calibri"/>
              </a:rPr>
              <a:t>Often temporary</a:t>
            </a:r>
            <a:endParaRPr lang="en-GB" sz="2000">
              <a:latin typeface="Calibri"/>
              <a:ea typeface="Calibri"/>
              <a:cs typeface="Calibri"/>
            </a:endParaRPr>
          </a:p>
          <a:p>
            <a:pPr marL="1405890" lvl="2" indent="-421640"/>
            <a:r>
              <a:rPr lang="en-GB" sz="2000">
                <a:latin typeface="Calibri"/>
                <a:cs typeface="Calibri"/>
              </a:rPr>
              <a:t>Can lead to timeouts and failures</a:t>
            </a:r>
            <a:endParaRPr lang="en-GB" sz="2800">
              <a:latin typeface="Calibri"/>
              <a:ea typeface="Calibri"/>
              <a:cs typeface="Calibri"/>
            </a:endParaRPr>
          </a:p>
          <a:p>
            <a:pPr marL="914400" lvl="1" indent="-351155"/>
            <a:r>
              <a:rPr lang="en-GB" sz="2400">
                <a:latin typeface="Calibri"/>
                <a:cs typeface="Calibri"/>
              </a:rPr>
              <a:t>Data export does not match the import (data consistency)</a:t>
            </a:r>
          </a:p>
          <a:p>
            <a:pPr marL="0" indent="0">
              <a:buNone/>
            </a:pPr>
            <a:endParaRPr lang="en-GB" sz="2800">
              <a:latin typeface="Calibri"/>
              <a:cs typeface="Calibri"/>
            </a:endParaRPr>
          </a:p>
        </p:txBody>
      </p:sp>
      <p:pic>
        <p:nvPicPr>
          <p:cNvPr id="4" name="Picture 10" descr="Reportnet app logo">
            <a:extLst>
              <a:ext uri="{FF2B5EF4-FFF2-40B4-BE49-F238E27FC236}">
                <a16:creationId xmlns:a16="http://schemas.microsoft.com/office/drawing/2014/main" id="{599D2C9C-B204-44E3-830B-58514E825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1035" y="2904183"/>
            <a:ext cx="2364171" cy="23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F12BC3-225B-4AC9-B7D3-9BCDF12CB2B7}"/>
              </a:ext>
            </a:extLst>
          </p:cNvPr>
          <p:cNvSpPr txBox="1"/>
          <p:nvPr/>
        </p:nvSpPr>
        <p:spPr>
          <a:xfrm>
            <a:off x="8501546" y="2010727"/>
            <a:ext cx="32431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err="1">
                <a:latin typeface="Calibri" panose="020F0502020204030204" pitchFamily="34" charset="0"/>
                <a:cs typeface="Calibri" panose="020F0502020204030204" pitchFamily="34" charset="0"/>
              </a:rPr>
              <a:t>Reportnet</a:t>
            </a:r>
            <a:endParaRPr lang="fr-FR" sz="54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024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3DFC7DC-774B-A2F3-9258-DF916E205237}"/>
              </a:ext>
            </a:extLst>
          </p:cNvPr>
          <p:cNvGrpSpPr/>
          <p:nvPr/>
        </p:nvGrpSpPr>
        <p:grpSpPr>
          <a:xfrm>
            <a:off x="4969473" y="1915072"/>
            <a:ext cx="2247207" cy="2066629"/>
            <a:chOff x="5078609" y="1972988"/>
            <a:chExt cx="2247207" cy="2066629"/>
          </a:xfrm>
        </p:grpSpPr>
        <p:sp>
          <p:nvSpPr>
            <p:cNvPr id="3" name="Arrow: Down 2">
              <a:extLst>
                <a:ext uri="{FF2B5EF4-FFF2-40B4-BE49-F238E27FC236}">
                  <a16:creationId xmlns:a16="http://schemas.microsoft.com/office/drawing/2014/main" id="{D49B9512-EBD8-4DF0-A54D-42D2796191E8}"/>
                </a:ext>
              </a:extLst>
            </p:cNvPr>
            <p:cNvSpPr/>
            <p:nvPr/>
          </p:nvSpPr>
          <p:spPr>
            <a:xfrm rot="2604915">
              <a:off x="5078609" y="1977601"/>
              <a:ext cx="215950" cy="2016303"/>
            </a:xfrm>
            <a:prstGeom prst="downArrow">
              <a:avLst>
                <a:gd name="adj1" fmla="val 50000"/>
                <a:gd name="adj2" fmla="val 53870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" name="Arrow: Down 4">
              <a:extLst>
                <a:ext uri="{FF2B5EF4-FFF2-40B4-BE49-F238E27FC236}">
                  <a16:creationId xmlns:a16="http://schemas.microsoft.com/office/drawing/2014/main" id="{486D572E-FA84-4BD3-85B1-76BB66253E27}"/>
                </a:ext>
              </a:extLst>
            </p:cNvPr>
            <p:cNvSpPr/>
            <p:nvPr/>
          </p:nvSpPr>
          <p:spPr>
            <a:xfrm>
              <a:off x="6090583" y="2325987"/>
              <a:ext cx="215950" cy="1216366"/>
            </a:xfrm>
            <a:prstGeom prst="downArrow">
              <a:avLst>
                <a:gd name="adj1" fmla="val 50000"/>
                <a:gd name="adj2" fmla="val 53870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" name="Arrow: Down 5">
              <a:extLst>
                <a:ext uri="{FF2B5EF4-FFF2-40B4-BE49-F238E27FC236}">
                  <a16:creationId xmlns:a16="http://schemas.microsoft.com/office/drawing/2014/main" id="{0C909FE5-3C0F-0BD9-0062-C97BA03165A6}"/>
                </a:ext>
              </a:extLst>
            </p:cNvPr>
            <p:cNvSpPr/>
            <p:nvPr/>
          </p:nvSpPr>
          <p:spPr>
            <a:xfrm rot="19085390">
              <a:off x="7109866" y="1972988"/>
              <a:ext cx="215950" cy="2066629"/>
            </a:xfrm>
            <a:prstGeom prst="downArrow">
              <a:avLst>
                <a:gd name="adj1" fmla="val 50000"/>
                <a:gd name="adj2" fmla="val 53870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C3EA58-965C-3940-B38B-195EC767D8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7794" y="8478"/>
            <a:ext cx="11246369" cy="676111"/>
          </a:xfrm>
        </p:spPr>
        <p:txBody>
          <a:bodyPr/>
          <a:lstStyle/>
          <a:p>
            <a:r>
              <a:rPr lang="en-US"/>
              <a:t>Workflow today</a:t>
            </a:r>
            <a:endParaRPr lang="LID4096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0A10F8A-A166-C603-7335-E75342E5AED8}"/>
              </a:ext>
            </a:extLst>
          </p:cNvPr>
          <p:cNvSpPr/>
          <p:nvPr/>
        </p:nvSpPr>
        <p:spPr>
          <a:xfrm>
            <a:off x="883298" y="3542353"/>
            <a:ext cx="1479179" cy="1479179"/>
          </a:xfrm>
          <a:prstGeom prst="ellips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START</a:t>
            </a:r>
            <a:endParaRPr lang="LID4096" sz="16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B867149-59C4-BF92-39DD-FD57C26EBDC6}"/>
              </a:ext>
            </a:extLst>
          </p:cNvPr>
          <p:cNvSpPr/>
          <p:nvPr/>
        </p:nvSpPr>
        <p:spPr>
          <a:xfrm>
            <a:off x="3117343" y="3542353"/>
            <a:ext cx="1479179" cy="1479179"/>
          </a:xfrm>
          <a:prstGeom prst="ellips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IMPORT</a:t>
            </a:r>
            <a:endParaRPr lang="LID4096" sz="14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DDDC7BD-FDB6-33C1-0011-73BA77533F04}"/>
              </a:ext>
            </a:extLst>
          </p:cNvPr>
          <p:cNvSpPr/>
          <p:nvPr/>
        </p:nvSpPr>
        <p:spPr>
          <a:xfrm>
            <a:off x="9819478" y="3542353"/>
            <a:ext cx="1479179" cy="1479179"/>
          </a:xfrm>
          <a:prstGeom prst="ellipse">
            <a:avLst/>
          </a:prstGeom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STOP</a:t>
            </a:r>
            <a:endParaRPr lang="LID4096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977EA00-8B79-709C-6BD2-C82E18CBA1A9}"/>
              </a:ext>
            </a:extLst>
          </p:cNvPr>
          <p:cNvSpPr/>
          <p:nvPr/>
        </p:nvSpPr>
        <p:spPr>
          <a:xfrm>
            <a:off x="5351388" y="3542353"/>
            <a:ext cx="1479179" cy="1479179"/>
          </a:xfrm>
          <a:prstGeom prst="ellips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VALIDATE</a:t>
            </a:r>
            <a:endParaRPr lang="LID4096" sz="140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B6BDE1C-540B-9947-AC25-750C689D2C18}"/>
              </a:ext>
            </a:extLst>
          </p:cNvPr>
          <p:cNvSpPr/>
          <p:nvPr/>
        </p:nvSpPr>
        <p:spPr>
          <a:xfrm>
            <a:off x="7585433" y="3542353"/>
            <a:ext cx="1479179" cy="1479179"/>
          </a:xfrm>
          <a:prstGeom prst="ellips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RELEASE</a:t>
            </a:r>
            <a:endParaRPr lang="LID4096" sz="140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9C73D20-948B-7A7D-1103-B30742225F75}"/>
              </a:ext>
            </a:extLst>
          </p:cNvPr>
          <p:cNvCxnSpPr>
            <a:cxnSpLocks/>
          </p:cNvCxnSpPr>
          <p:nvPr/>
        </p:nvCxnSpPr>
        <p:spPr>
          <a:xfrm>
            <a:off x="2371442" y="4281943"/>
            <a:ext cx="7548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863B4CC-6D39-314B-4E82-E2618965C6FE}"/>
              </a:ext>
            </a:extLst>
          </p:cNvPr>
          <p:cNvCxnSpPr>
            <a:stCxn id="10" idx="6"/>
            <a:endCxn id="12" idx="2"/>
          </p:cNvCxnSpPr>
          <p:nvPr/>
        </p:nvCxnSpPr>
        <p:spPr>
          <a:xfrm>
            <a:off x="4596522" y="4281943"/>
            <a:ext cx="7548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AE7C7BD-3B28-53EF-AD89-53D92720F065}"/>
              </a:ext>
            </a:extLst>
          </p:cNvPr>
          <p:cNvCxnSpPr>
            <a:stCxn id="12" idx="6"/>
            <a:endCxn id="13" idx="2"/>
          </p:cNvCxnSpPr>
          <p:nvPr/>
        </p:nvCxnSpPr>
        <p:spPr>
          <a:xfrm>
            <a:off x="6830567" y="4281943"/>
            <a:ext cx="7548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83F6F6E-D38A-437A-2343-92D8A4497D28}"/>
              </a:ext>
            </a:extLst>
          </p:cNvPr>
          <p:cNvCxnSpPr>
            <a:stCxn id="13" idx="6"/>
            <a:endCxn id="11" idx="2"/>
          </p:cNvCxnSpPr>
          <p:nvPr/>
        </p:nvCxnSpPr>
        <p:spPr>
          <a:xfrm>
            <a:off x="9064612" y="4281943"/>
            <a:ext cx="7548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E2E9062-32B0-ABD2-463A-44D81EE0F979}"/>
              </a:ext>
            </a:extLst>
          </p:cNvPr>
          <p:cNvGrpSpPr/>
          <p:nvPr/>
        </p:nvGrpSpPr>
        <p:grpSpPr>
          <a:xfrm>
            <a:off x="2063075" y="2577020"/>
            <a:ext cx="8495993" cy="3299010"/>
            <a:chOff x="2063075" y="2577020"/>
            <a:chExt cx="8495993" cy="329901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08F43E9-A463-B55C-B3DD-1D91E64101A1}"/>
                </a:ext>
              </a:extLst>
            </p:cNvPr>
            <p:cNvSpPr/>
            <p:nvPr/>
          </p:nvSpPr>
          <p:spPr>
            <a:xfrm>
              <a:off x="2072040" y="2577020"/>
              <a:ext cx="1344706" cy="546847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VOLUME</a:t>
              </a:r>
              <a:endParaRPr lang="LID4096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7920D0-6512-F583-FF57-91C5AA3CFC0A}"/>
                </a:ext>
              </a:extLst>
            </p:cNvPr>
            <p:cNvSpPr/>
            <p:nvPr/>
          </p:nvSpPr>
          <p:spPr>
            <a:xfrm>
              <a:off x="2063075" y="5329183"/>
              <a:ext cx="1344706" cy="546847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TIME</a:t>
              </a:r>
              <a:endParaRPr lang="LID4096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328D69F-FBFE-4D9D-2176-C6DA7966F057}"/>
                </a:ext>
              </a:extLst>
            </p:cNvPr>
            <p:cNvSpPr/>
            <p:nvPr/>
          </p:nvSpPr>
          <p:spPr>
            <a:xfrm>
              <a:off x="4301603" y="2577020"/>
              <a:ext cx="1344706" cy="546847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VOLUME</a:t>
              </a:r>
              <a:endParaRPr lang="LID4096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D20098E-68EE-BDB1-B991-A0CABD5BE12D}"/>
                </a:ext>
              </a:extLst>
            </p:cNvPr>
            <p:cNvSpPr/>
            <p:nvPr/>
          </p:nvSpPr>
          <p:spPr>
            <a:xfrm>
              <a:off x="4297120" y="5329183"/>
              <a:ext cx="1344706" cy="546847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TIME</a:t>
              </a:r>
              <a:endParaRPr lang="LID4096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EFAA0A4-FCD9-09AC-9F31-37B8EAD1296E}"/>
                </a:ext>
              </a:extLst>
            </p:cNvPr>
            <p:cNvSpPr/>
            <p:nvPr/>
          </p:nvSpPr>
          <p:spPr>
            <a:xfrm>
              <a:off x="6531165" y="2577020"/>
              <a:ext cx="1344706" cy="546847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VOLUME</a:t>
              </a:r>
              <a:endParaRPr lang="LID4096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41E3474-FB1D-556A-9D57-C8DEBB82712A}"/>
                </a:ext>
              </a:extLst>
            </p:cNvPr>
            <p:cNvSpPr/>
            <p:nvPr/>
          </p:nvSpPr>
          <p:spPr>
            <a:xfrm>
              <a:off x="6531165" y="5329183"/>
              <a:ext cx="1344706" cy="546847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TIME</a:t>
              </a:r>
              <a:endParaRPr lang="LID4096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5905917-BDD4-3C44-DEAE-3F61F0FE187A}"/>
                </a:ext>
              </a:extLst>
            </p:cNvPr>
            <p:cNvSpPr/>
            <p:nvPr/>
          </p:nvSpPr>
          <p:spPr>
            <a:xfrm>
              <a:off x="8774175" y="2577020"/>
              <a:ext cx="1344706" cy="546847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VOLUME</a:t>
              </a:r>
              <a:endParaRPr lang="LID4096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A032158-CE70-E424-EC6F-73A4B7A6F10E}"/>
                </a:ext>
              </a:extLst>
            </p:cNvPr>
            <p:cNvSpPr/>
            <p:nvPr/>
          </p:nvSpPr>
          <p:spPr>
            <a:xfrm>
              <a:off x="8765210" y="5329183"/>
              <a:ext cx="1344706" cy="546847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TIME</a:t>
              </a:r>
              <a:endParaRPr lang="LID4096"/>
            </a:p>
          </p:txBody>
        </p: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D5DC450B-CC9F-A97F-9797-B6120312AAD4}"/>
                </a:ext>
              </a:extLst>
            </p:cNvPr>
            <p:cNvCxnSpPr>
              <a:stCxn id="14" idx="3"/>
              <a:endCxn id="10" idx="0"/>
            </p:cNvCxnSpPr>
            <p:nvPr/>
          </p:nvCxnSpPr>
          <p:spPr>
            <a:xfrm>
              <a:off x="3416746" y="2850444"/>
              <a:ext cx="440187" cy="691909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524FFC98-B1BF-760F-2954-7DA60CA0C27C}"/>
                </a:ext>
              </a:extLst>
            </p:cNvPr>
            <p:cNvCxnSpPr>
              <a:stCxn id="16" idx="3"/>
              <a:endCxn id="12" idx="0"/>
            </p:cNvCxnSpPr>
            <p:nvPr/>
          </p:nvCxnSpPr>
          <p:spPr>
            <a:xfrm>
              <a:off x="5646309" y="2850444"/>
              <a:ext cx="444669" cy="691909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: Elbow 35">
              <a:extLst>
                <a:ext uri="{FF2B5EF4-FFF2-40B4-BE49-F238E27FC236}">
                  <a16:creationId xmlns:a16="http://schemas.microsoft.com/office/drawing/2014/main" id="{D575D177-7E2E-7F25-CA6F-B5E9807B9A9F}"/>
                </a:ext>
              </a:extLst>
            </p:cNvPr>
            <p:cNvCxnSpPr>
              <a:stCxn id="18" idx="3"/>
              <a:endCxn id="13" idx="0"/>
            </p:cNvCxnSpPr>
            <p:nvPr/>
          </p:nvCxnSpPr>
          <p:spPr>
            <a:xfrm>
              <a:off x="7875871" y="2850444"/>
              <a:ext cx="449152" cy="691909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: Elbow 39">
              <a:extLst>
                <a:ext uri="{FF2B5EF4-FFF2-40B4-BE49-F238E27FC236}">
                  <a16:creationId xmlns:a16="http://schemas.microsoft.com/office/drawing/2014/main" id="{8E056027-88E8-3ACA-AE6F-77D75446DD7F}"/>
                </a:ext>
              </a:extLst>
            </p:cNvPr>
            <p:cNvCxnSpPr>
              <a:stCxn id="20" idx="3"/>
              <a:endCxn id="11" idx="0"/>
            </p:cNvCxnSpPr>
            <p:nvPr/>
          </p:nvCxnSpPr>
          <p:spPr>
            <a:xfrm>
              <a:off x="10118881" y="2850444"/>
              <a:ext cx="440187" cy="691909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: Elbow 41">
              <a:extLst>
                <a:ext uri="{FF2B5EF4-FFF2-40B4-BE49-F238E27FC236}">
                  <a16:creationId xmlns:a16="http://schemas.microsoft.com/office/drawing/2014/main" id="{484611F9-C75F-FFC6-BB5C-2F11D8EE64F5}"/>
                </a:ext>
              </a:extLst>
            </p:cNvPr>
            <p:cNvCxnSpPr>
              <a:stCxn id="15" idx="3"/>
              <a:endCxn id="10" idx="4"/>
            </p:cNvCxnSpPr>
            <p:nvPr/>
          </p:nvCxnSpPr>
          <p:spPr>
            <a:xfrm flipV="1">
              <a:off x="3407781" y="5021532"/>
              <a:ext cx="449152" cy="581075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or: Elbow 43">
              <a:extLst>
                <a:ext uri="{FF2B5EF4-FFF2-40B4-BE49-F238E27FC236}">
                  <a16:creationId xmlns:a16="http://schemas.microsoft.com/office/drawing/2014/main" id="{A6C8CF7C-E2D6-354B-1C1A-9A38E975C5E0}"/>
                </a:ext>
              </a:extLst>
            </p:cNvPr>
            <p:cNvCxnSpPr>
              <a:stCxn id="17" idx="3"/>
              <a:endCxn id="12" idx="4"/>
            </p:cNvCxnSpPr>
            <p:nvPr/>
          </p:nvCxnSpPr>
          <p:spPr>
            <a:xfrm flipV="1">
              <a:off x="5641826" y="5021532"/>
              <a:ext cx="449152" cy="581075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: Elbow 45">
              <a:extLst>
                <a:ext uri="{FF2B5EF4-FFF2-40B4-BE49-F238E27FC236}">
                  <a16:creationId xmlns:a16="http://schemas.microsoft.com/office/drawing/2014/main" id="{3631C26B-5554-A326-BBDB-B0B66D700824}"/>
                </a:ext>
              </a:extLst>
            </p:cNvPr>
            <p:cNvCxnSpPr>
              <a:stCxn id="19" idx="3"/>
              <a:endCxn id="13" idx="4"/>
            </p:cNvCxnSpPr>
            <p:nvPr/>
          </p:nvCxnSpPr>
          <p:spPr>
            <a:xfrm flipV="1">
              <a:off x="7875871" y="5021532"/>
              <a:ext cx="449152" cy="581075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: Elbow 47">
              <a:extLst>
                <a:ext uri="{FF2B5EF4-FFF2-40B4-BE49-F238E27FC236}">
                  <a16:creationId xmlns:a16="http://schemas.microsoft.com/office/drawing/2014/main" id="{45A8662B-5242-73BC-CEEE-DCA8E01CEFF4}"/>
                </a:ext>
              </a:extLst>
            </p:cNvPr>
            <p:cNvCxnSpPr>
              <a:stCxn id="21" idx="3"/>
              <a:endCxn id="11" idx="4"/>
            </p:cNvCxnSpPr>
            <p:nvPr/>
          </p:nvCxnSpPr>
          <p:spPr>
            <a:xfrm flipV="1">
              <a:off x="10109916" y="5021532"/>
              <a:ext cx="449152" cy="581075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1" name="Graphic 50" descr="Close with solid fill">
            <a:extLst>
              <a:ext uri="{FF2B5EF4-FFF2-40B4-BE49-F238E27FC236}">
                <a16:creationId xmlns:a16="http://schemas.microsoft.com/office/drawing/2014/main" id="{22FB6002-BE3D-A209-400E-B630AC466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85013" y="4027427"/>
            <a:ext cx="518760" cy="518760"/>
          </a:xfrm>
          <a:prstGeom prst="rect">
            <a:avLst/>
          </a:prstGeom>
        </p:spPr>
      </p:pic>
      <p:pic>
        <p:nvPicPr>
          <p:cNvPr id="52" name="Graphic 51" descr="Close with solid fill">
            <a:extLst>
              <a:ext uri="{FF2B5EF4-FFF2-40B4-BE49-F238E27FC236}">
                <a16:creationId xmlns:a16="http://schemas.microsoft.com/office/drawing/2014/main" id="{8F43B2DD-D444-071C-57EF-230C7AC7DC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8357" y="4027427"/>
            <a:ext cx="518760" cy="518760"/>
          </a:xfrm>
          <a:prstGeom prst="rect">
            <a:avLst/>
          </a:prstGeom>
        </p:spPr>
      </p:pic>
      <p:pic>
        <p:nvPicPr>
          <p:cNvPr id="53" name="Graphic 52" descr="Close with solid fill">
            <a:extLst>
              <a:ext uri="{FF2B5EF4-FFF2-40B4-BE49-F238E27FC236}">
                <a16:creationId xmlns:a16="http://schemas.microsoft.com/office/drawing/2014/main" id="{1170EE02-F60C-C7C5-B488-668F49EA2A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8620" y="4027427"/>
            <a:ext cx="518760" cy="518760"/>
          </a:xfrm>
          <a:prstGeom prst="rect">
            <a:avLst/>
          </a:prstGeom>
        </p:spPr>
      </p:pic>
      <p:pic>
        <p:nvPicPr>
          <p:cNvPr id="54" name="Graphic 53" descr="Close with solid fill">
            <a:extLst>
              <a:ext uri="{FF2B5EF4-FFF2-40B4-BE49-F238E27FC236}">
                <a16:creationId xmlns:a16="http://schemas.microsoft.com/office/drawing/2014/main" id="{7175184A-CDED-D44E-2974-BB38C5D6F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78183" y="4027427"/>
            <a:ext cx="518760" cy="518760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2B05D3F4-F530-33DD-DA12-26AB662BD8D7}"/>
              </a:ext>
            </a:extLst>
          </p:cNvPr>
          <p:cNvGrpSpPr/>
          <p:nvPr/>
        </p:nvGrpSpPr>
        <p:grpSpPr>
          <a:xfrm>
            <a:off x="4239246" y="873826"/>
            <a:ext cx="3699835" cy="1472376"/>
            <a:chOff x="4239246" y="873826"/>
            <a:chExt cx="3699835" cy="1472376"/>
          </a:xfrm>
        </p:grpSpPr>
        <p:pic>
          <p:nvPicPr>
            <p:cNvPr id="56" name="Graphic 55" descr="Group brainstorm with solid fill">
              <a:extLst>
                <a:ext uri="{FF2B5EF4-FFF2-40B4-BE49-F238E27FC236}">
                  <a16:creationId xmlns:a16="http://schemas.microsoft.com/office/drawing/2014/main" id="{3ADCC236-1A8E-6047-9CD7-4EC9229F6D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96606" y="1157461"/>
              <a:ext cx="1188741" cy="1188741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D1A44A5-251F-0F01-EDF5-83E39973D6F7}"/>
                </a:ext>
              </a:extLst>
            </p:cNvPr>
            <p:cNvSpPr txBox="1"/>
            <p:nvPr/>
          </p:nvSpPr>
          <p:spPr>
            <a:xfrm>
              <a:off x="4239246" y="873826"/>
              <a:ext cx="36998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/>
                <a:t>Human intervention required</a:t>
              </a:r>
              <a:endParaRPr lang="LID4096" b="1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A9A5DED3-58EA-B7EF-CD0A-736184E3CE50}"/>
              </a:ext>
            </a:extLst>
          </p:cNvPr>
          <p:cNvSpPr txBox="1"/>
          <p:nvPr/>
        </p:nvSpPr>
        <p:spPr>
          <a:xfrm>
            <a:off x="152963" y="1244192"/>
            <a:ext cx="5290272" cy="16004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dirty="0"/>
              <a:t>Process can fail at any step due 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High data volumes &amp; complex QC rules</a:t>
            </a:r>
            <a:endParaRPr lang="en-US" sz="1600" b="1" dirty="0">
              <a:ea typeface="Open Sans"/>
              <a:cs typeface="Open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Time it takes to identify and resolve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Provider-Helpdesk-Dev-and back and forth, Time: </a:t>
            </a:r>
            <a:r>
              <a:rPr lang="en-US" sz="1600" b="1" dirty="0">
                <a:ea typeface="Open Sans"/>
                <a:cs typeface="Open Sans"/>
              </a:rPr>
              <a:t>9-17 vs 17-9</a:t>
            </a:r>
            <a:endParaRPr lang="LID4096" sz="1600" b="1" dirty="0">
              <a:ea typeface="Open Sans"/>
              <a:cs typeface="Open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781D76-3345-17A6-5B80-14EE3ABCE71A}"/>
              </a:ext>
            </a:extLst>
          </p:cNvPr>
          <p:cNvSpPr txBox="1"/>
          <p:nvPr/>
        </p:nvSpPr>
        <p:spPr>
          <a:xfrm>
            <a:off x="7108704" y="1249513"/>
            <a:ext cx="5271655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Human intervention is prone to errors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Takes long time due to high volume of incoming issues</a:t>
            </a:r>
          </a:p>
        </p:txBody>
      </p:sp>
    </p:spTree>
    <p:extLst>
      <p:ext uri="{BB962C8B-B14F-4D97-AF65-F5344CB8AC3E}">
        <p14:creationId xmlns:p14="http://schemas.microsoft.com/office/powerpoint/2010/main" val="858741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5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3" presetClass="entr" presetSubtype="10" repeatCount="5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3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3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3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500"/>
                            </p:stCondLst>
                            <p:childTnLst>
                              <p:par>
                                <p:cTn id="6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1" presetClass="entr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9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2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6E49F99-A3A7-5039-A683-1392ABC34B83}"/>
              </a:ext>
            </a:extLst>
          </p:cNvPr>
          <p:cNvGrpSpPr/>
          <p:nvPr/>
        </p:nvGrpSpPr>
        <p:grpSpPr>
          <a:xfrm>
            <a:off x="4969473" y="1915072"/>
            <a:ext cx="2247207" cy="2066629"/>
            <a:chOff x="5078609" y="1972988"/>
            <a:chExt cx="2247207" cy="2066629"/>
          </a:xfrm>
        </p:grpSpPr>
        <p:sp>
          <p:nvSpPr>
            <p:cNvPr id="2" name="Arrow: Down 1">
              <a:extLst>
                <a:ext uri="{FF2B5EF4-FFF2-40B4-BE49-F238E27FC236}">
                  <a16:creationId xmlns:a16="http://schemas.microsoft.com/office/drawing/2014/main" id="{7D22C24E-B3B4-9717-A4FB-42181F1507DB}"/>
                </a:ext>
              </a:extLst>
            </p:cNvPr>
            <p:cNvSpPr/>
            <p:nvPr/>
          </p:nvSpPr>
          <p:spPr>
            <a:xfrm rot="2604915">
              <a:off x="5078609" y="1977601"/>
              <a:ext cx="215950" cy="2016303"/>
            </a:xfrm>
            <a:prstGeom prst="downArrow">
              <a:avLst>
                <a:gd name="adj1" fmla="val 50000"/>
                <a:gd name="adj2" fmla="val 53870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" name="Arrow: Down 5">
              <a:extLst>
                <a:ext uri="{FF2B5EF4-FFF2-40B4-BE49-F238E27FC236}">
                  <a16:creationId xmlns:a16="http://schemas.microsoft.com/office/drawing/2014/main" id="{C799B98B-4668-5913-7F45-DB3FB07F9F6F}"/>
                </a:ext>
              </a:extLst>
            </p:cNvPr>
            <p:cNvSpPr/>
            <p:nvPr/>
          </p:nvSpPr>
          <p:spPr>
            <a:xfrm>
              <a:off x="6090583" y="2325987"/>
              <a:ext cx="215950" cy="1216366"/>
            </a:xfrm>
            <a:prstGeom prst="downArrow">
              <a:avLst>
                <a:gd name="adj1" fmla="val 50000"/>
                <a:gd name="adj2" fmla="val 53870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" name="Arrow: Down 6">
              <a:extLst>
                <a:ext uri="{FF2B5EF4-FFF2-40B4-BE49-F238E27FC236}">
                  <a16:creationId xmlns:a16="http://schemas.microsoft.com/office/drawing/2014/main" id="{2668DA4D-E7D6-0E15-D08E-A64E58BF33FE}"/>
                </a:ext>
              </a:extLst>
            </p:cNvPr>
            <p:cNvSpPr/>
            <p:nvPr/>
          </p:nvSpPr>
          <p:spPr>
            <a:xfrm rot="19085390">
              <a:off x="7109866" y="1972988"/>
              <a:ext cx="215950" cy="2066629"/>
            </a:xfrm>
            <a:prstGeom prst="downArrow">
              <a:avLst>
                <a:gd name="adj1" fmla="val 50000"/>
                <a:gd name="adj2" fmla="val 53870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C3EA58-965C-3940-B38B-195EC767D8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7794" y="8478"/>
            <a:ext cx="11246369" cy="676111"/>
          </a:xfrm>
        </p:spPr>
        <p:txBody>
          <a:bodyPr/>
          <a:lstStyle/>
          <a:p>
            <a:r>
              <a:rPr lang="en-US"/>
              <a:t>First architectural change - Orchestrator</a:t>
            </a:r>
            <a:endParaRPr lang="LID4096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0A10F8A-A166-C603-7335-E75342E5AED8}"/>
              </a:ext>
            </a:extLst>
          </p:cNvPr>
          <p:cNvSpPr/>
          <p:nvPr/>
        </p:nvSpPr>
        <p:spPr>
          <a:xfrm>
            <a:off x="883298" y="3542353"/>
            <a:ext cx="1479179" cy="1479179"/>
          </a:xfrm>
          <a:prstGeom prst="ellips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START</a:t>
            </a:r>
            <a:endParaRPr lang="LID4096" sz="16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B867149-59C4-BF92-39DD-FD57C26EBDC6}"/>
              </a:ext>
            </a:extLst>
          </p:cNvPr>
          <p:cNvSpPr/>
          <p:nvPr/>
        </p:nvSpPr>
        <p:spPr>
          <a:xfrm>
            <a:off x="3117343" y="3542353"/>
            <a:ext cx="1479179" cy="1479179"/>
          </a:xfrm>
          <a:prstGeom prst="ellips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IMPORT</a:t>
            </a:r>
            <a:endParaRPr lang="LID4096" sz="14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DDDC7BD-FDB6-33C1-0011-73BA77533F04}"/>
              </a:ext>
            </a:extLst>
          </p:cNvPr>
          <p:cNvSpPr/>
          <p:nvPr/>
        </p:nvSpPr>
        <p:spPr>
          <a:xfrm>
            <a:off x="9819478" y="3542353"/>
            <a:ext cx="1479179" cy="1479179"/>
          </a:xfrm>
          <a:prstGeom prst="ellipse">
            <a:avLst/>
          </a:prstGeom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STOP</a:t>
            </a:r>
            <a:endParaRPr lang="LID4096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977EA00-8B79-709C-6BD2-C82E18CBA1A9}"/>
              </a:ext>
            </a:extLst>
          </p:cNvPr>
          <p:cNvSpPr/>
          <p:nvPr/>
        </p:nvSpPr>
        <p:spPr>
          <a:xfrm>
            <a:off x="5351388" y="3542353"/>
            <a:ext cx="1479179" cy="1479179"/>
          </a:xfrm>
          <a:prstGeom prst="ellips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VALIDATE</a:t>
            </a:r>
            <a:endParaRPr lang="LID4096" sz="140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B6BDE1C-540B-9947-AC25-750C689D2C18}"/>
              </a:ext>
            </a:extLst>
          </p:cNvPr>
          <p:cNvSpPr/>
          <p:nvPr/>
        </p:nvSpPr>
        <p:spPr>
          <a:xfrm>
            <a:off x="7585433" y="3542353"/>
            <a:ext cx="1479179" cy="1479179"/>
          </a:xfrm>
          <a:prstGeom prst="ellips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RELEASE</a:t>
            </a:r>
            <a:endParaRPr lang="LID4096" sz="140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9C73D20-948B-7A7D-1103-B30742225F75}"/>
              </a:ext>
            </a:extLst>
          </p:cNvPr>
          <p:cNvCxnSpPr>
            <a:cxnSpLocks/>
          </p:cNvCxnSpPr>
          <p:nvPr/>
        </p:nvCxnSpPr>
        <p:spPr>
          <a:xfrm>
            <a:off x="2371442" y="4281943"/>
            <a:ext cx="7548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863B4CC-6D39-314B-4E82-E2618965C6FE}"/>
              </a:ext>
            </a:extLst>
          </p:cNvPr>
          <p:cNvCxnSpPr>
            <a:stCxn id="10" idx="6"/>
            <a:endCxn id="12" idx="2"/>
          </p:cNvCxnSpPr>
          <p:nvPr/>
        </p:nvCxnSpPr>
        <p:spPr>
          <a:xfrm>
            <a:off x="4596522" y="4281943"/>
            <a:ext cx="7548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AE7C7BD-3B28-53EF-AD89-53D92720F065}"/>
              </a:ext>
            </a:extLst>
          </p:cNvPr>
          <p:cNvCxnSpPr>
            <a:stCxn id="12" idx="6"/>
            <a:endCxn id="13" idx="2"/>
          </p:cNvCxnSpPr>
          <p:nvPr/>
        </p:nvCxnSpPr>
        <p:spPr>
          <a:xfrm>
            <a:off x="6830567" y="4281943"/>
            <a:ext cx="7548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83F6F6E-D38A-437A-2343-92D8A4497D28}"/>
              </a:ext>
            </a:extLst>
          </p:cNvPr>
          <p:cNvCxnSpPr>
            <a:stCxn id="13" idx="6"/>
            <a:endCxn id="11" idx="2"/>
          </p:cNvCxnSpPr>
          <p:nvPr/>
        </p:nvCxnSpPr>
        <p:spPr>
          <a:xfrm>
            <a:off x="9064612" y="4281943"/>
            <a:ext cx="7548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E2E9062-32B0-ABD2-463A-44D81EE0F979}"/>
              </a:ext>
            </a:extLst>
          </p:cNvPr>
          <p:cNvGrpSpPr/>
          <p:nvPr/>
        </p:nvGrpSpPr>
        <p:grpSpPr>
          <a:xfrm>
            <a:off x="2063075" y="2577020"/>
            <a:ext cx="8495993" cy="3299010"/>
            <a:chOff x="2063075" y="2577020"/>
            <a:chExt cx="8495993" cy="329901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08F43E9-A463-B55C-B3DD-1D91E64101A1}"/>
                </a:ext>
              </a:extLst>
            </p:cNvPr>
            <p:cNvSpPr/>
            <p:nvPr/>
          </p:nvSpPr>
          <p:spPr>
            <a:xfrm>
              <a:off x="2072040" y="2577020"/>
              <a:ext cx="1344706" cy="546847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VOLUME</a:t>
              </a:r>
              <a:endParaRPr lang="LID4096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7920D0-6512-F583-FF57-91C5AA3CFC0A}"/>
                </a:ext>
              </a:extLst>
            </p:cNvPr>
            <p:cNvSpPr/>
            <p:nvPr/>
          </p:nvSpPr>
          <p:spPr>
            <a:xfrm>
              <a:off x="2063075" y="5329183"/>
              <a:ext cx="1344706" cy="546847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TIME</a:t>
              </a:r>
              <a:endParaRPr lang="LID4096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328D69F-FBFE-4D9D-2176-C6DA7966F057}"/>
                </a:ext>
              </a:extLst>
            </p:cNvPr>
            <p:cNvSpPr/>
            <p:nvPr/>
          </p:nvSpPr>
          <p:spPr>
            <a:xfrm>
              <a:off x="4301603" y="2577020"/>
              <a:ext cx="1344706" cy="546847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VOLUME</a:t>
              </a:r>
              <a:endParaRPr lang="LID4096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D20098E-68EE-BDB1-B991-A0CABD5BE12D}"/>
                </a:ext>
              </a:extLst>
            </p:cNvPr>
            <p:cNvSpPr/>
            <p:nvPr/>
          </p:nvSpPr>
          <p:spPr>
            <a:xfrm>
              <a:off x="4297120" y="5329183"/>
              <a:ext cx="1344706" cy="546847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TIME</a:t>
              </a:r>
              <a:endParaRPr lang="LID4096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EFAA0A4-FCD9-09AC-9F31-37B8EAD1296E}"/>
                </a:ext>
              </a:extLst>
            </p:cNvPr>
            <p:cNvSpPr/>
            <p:nvPr/>
          </p:nvSpPr>
          <p:spPr>
            <a:xfrm>
              <a:off x="6531165" y="2577020"/>
              <a:ext cx="1344706" cy="546847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VOLUME</a:t>
              </a:r>
              <a:endParaRPr lang="LID4096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41E3474-FB1D-556A-9D57-C8DEBB82712A}"/>
                </a:ext>
              </a:extLst>
            </p:cNvPr>
            <p:cNvSpPr/>
            <p:nvPr/>
          </p:nvSpPr>
          <p:spPr>
            <a:xfrm>
              <a:off x="6531165" y="5329183"/>
              <a:ext cx="1344706" cy="546847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TIME</a:t>
              </a:r>
              <a:endParaRPr lang="LID4096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5905917-BDD4-3C44-DEAE-3F61F0FE187A}"/>
                </a:ext>
              </a:extLst>
            </p:cNvPr>
            <p:cNvSpPr/>
            <p:nvPr/>
          </p:nvSpPr>
          <p:spPr>
            <a:xfrm>
              <a:off x="8774175" y="2577020"/>
              <a:ext cx="1344706" cy="546847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VOLUME</a:t>
              </a:r>
              <a:endParaRPr lang="LID4096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A032158-CE70-E424-EC6F-73A4B7A6F10E}"/>
                </a:ext>
              </a:extLst>
            </p:cNvPr>
            <p:cNvSpPr/>
            <p:nvPr/>
          </p:nvSpPr>
          <p:spPr>
            <a:xfrm>
              <a:off x="8765210" y="5329183"/>
              <a:ext cx="1344706" cy="546847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TIME</a:t>
              </a:r>
              <a:endParaRPr lang="LID4096"/>
            </a:p>
          </p:txBody>
        </p: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D5DC450B-CC9F-A97F-9797-B6120312AAD4}"/>
                </a:ext>
              </a:extLst>
            </p:cNvPr>
            <p:cNvCxnSpPr>
              <a:stCxn id="14" idx="3"/>
              <a:endCxn id="10" idx="0"/>
            </p:cNvCxnSpPr>
            <p:nvPr/>
          </p:nvCxnSpPr>
          <p:spPr>
            <a:xfrm>
              <a:off x="3416746" y="2850444"/>
              <a:ext cx="440187" cy="691909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524FFC98-B1BF-760F-2954-7DA60CA0C27C}"/>
                </a:ext>
              </a:extLst>
            </p:cNvPr>
            <p:cNvCxnSpPr>
              <a:stCxn id="16" idx="3"/>
              <a:endCxn id="12" idx="0"/>
            </p:cNvCxnSpPr>
            <p:nvPr/>
          </p:nvCxnSpPr>
          <p:spPr>
            <a:xfrm>
              <a:off x="5646309" y="2850444"/>
              <a:ext cx="444669" cy="691909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: Elbow 35">
              <a:extLst>
                <a:ext uri="{FF2B5EF4-FFF2-40B4-BE49-F238E27FC236}">
                  <a16:creationId xmlns:a16="http://schemas.microsoft.com/office/drawing/2014/main" id="{D575D177-7E2E-7F25-CA6F-B5E9807B9A9F}"/>
                </a:ext>
              </a:extLst>
            </p:cNvPr>
            <p:cNvCxnSpPr>
              <a:stCxn id="18" idx="3"/>
              <a:endCxn id="13" idx="0"/>
            </p:cNvCxnSpPr>
            <p:nvPr/>
          </p:nvCxnSpPr>
          <p:spPr>
            <a:xfrm>
              <a:off x="7875871" y="2850444"/>
              <a:ext cx="449152" cy="691909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: Elbow 39">
              <a:extLst>
                <a:ext uri="{FF2B5EF4-FFF2-40B4-BE49-F238E27FC236}">
                  <a16:creationId xmlns:a16="http://schemas.microsoft.com/office/drawing/2014/main" id="{8E056027-88E8-3ACA-AE6F-77D75446DD7F}"/>
                </a:ext>
              </a:extLst>
            </p:cNvPr>
            <p:cNvCxnSpPr>
              <a:stCxn id="20" idx="3"/>
              <a:endCxn id="11" idx="0"/>
            </p:cNvCxnSpPr>
            <p:nvPr/>
          </p:nvCxnSpPr>
          <p:spPr>
            <a:xfrm>
              <a:off x="10118881" y="2850444"/>
              <a:ext cx="440187" cy="691909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: Elbow 41">
              <a:extLst>
                <a:ext uri="{FF2B5EF4-FFF2-40B4-BE49-F238E27FC236}">
                  <a16:creationId xmlns:a16="http://schemas.microsoft.com/office/drawing/2014/main" id="{484611F9-C75F-FFC6-BB5C-2F11D8EE64F5}"/>
                </a:ext>
              </a:extLst>
            </p:cNvPr>
            <p:cNvCxnSpPr>
              <a:stCxn id="15" idx="3"/>
              <a:endCxn id="10" idx="4"/>
            </p:cNvCxnSpPr>
            <p:nvPr/>
          </p:nvCxnSpPr>
          <p:spPr>
            <a:xfrm flipV="1">
              <a:off x="3407781" y="5021532"/>
              <a:ext cx="449152" cy="581075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or: Elbow 43">
              <a:extLst>
                <a:ext uri="{FF2B5EF4-FFF2-40B4-BE49-F238E27FC236}">
                  <a16:creationId xmlns:a16="http://schemas.microsoft.com/office/drawing/2014/main" id="{A6C8CF7C-E2D6-354B-1C1A-9A38E975C5E0}"/>
                </a:ext>
              </a:extLst>
            </p:cNvPr>
            <p:cNvCxnSpPr>
              <a:stCxn id="17" idx="3"/>
              <a:endCxn id="12" idx="4"/>
            </p:cNvCxnSpPr>
            <p:nvPr/>
          </p:nvCxnSpPr>
          <p:spPr>
            <a:xfrm flipV="1">
              <a:off x="5641826" y="5021532"/>
              <a:ext cx="449152" cy="581075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: Elbow 45">
              <a:extLst>
                <a:ext uri="{FF2B5EF4-FFF2-40B4-BE49-F238E27FC236}">
                  <a16:creationId xmlns:a16="http://schemas.microsoft.com/office/drawing/2014/main" id="{3631C26B-5554-A326-BBDB-B0B66D700824}"/>
                </a:ext>
              </a:extLst>
            </p:cNvPr>
            <p:cNvCxnSpPr>
              <a:stCxn id="19" idx="3"/>
              <a:endCxn id="13" idx="4"/>
            </p:cNvCxnSpPr>
            <p:nvPr/>
          </p:nvCxnSpPr>
          <p:spPr>
            <a:xfrm flipV="1">
              <a:off x="7875871" y="5021532"/>
              <a:ext cx="449152" cy="581075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: Elbow 47">
              <a:extLst>
                <a:ext uri="{FF2B5EF4-FFF2-40B4-BE49-F238E27FC236}">
                  <a16:creationId xmlns:a16="http://schemas.microsoft.com/office/drawing/2014/main" id="{45A8662B-5242-73BC-CEEE-DCA8E01CEFF4}"/>
                </a:ext>
              </a:extLst>
            </p:cNvPr>
            <p:cNvCxnSpPr>
              <a:stCxn id="21" idx="3"/>
              <a:endCxn id="11" idx="4"/>
            </p:cNvCxnSpPr>
            <p:nvPr/>
          </p:nvCxnSpPr>
          <p:spPr>
            <a:xfrm flipV="1">
              <a:off x="10109916" y="5021532"/>
              <a:ext cx="449152" cy="581075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1" name="Graphic 50" descr="Close with solid fill">
            <a:extLst>
              <a:ext uri="{FF2B5EF4-FFF2-40B4-BE49-F238E27FC236}">
                <a16:creationId xmlns:a16="http://schemas.microsoft.com/office/drawing/2014/main" id="{22FB6002-BE3D-A209-400E-B630AC466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85013" y="4027427"/>
            <a:ext cx="518760" cy="518760"/>
          </a:xfrm>
          <a:prstGeom prst="rect">
            <a:avLst/>
          </a:prstGeom>
        </p:spPr>
      </p:pic>
      <p:pic>
        <p:nvPicPr>
          <p:cNvPr id="52" name="Graphic 51" descr="Close with solid fill">
            <a:extLst>
              <a:ext uri="{FF2B5EF4-FFF2-40B4-BE49-F238E27FC236}">
                <a16:creationId xmlns:a16="http://schemas.microsoft.com/office/drawing/2014/main" id="{8F43B2DD-D444-071C-57EF-230C7AC7DC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8357" y="4027427"/>
            <a:ext cx="518760" cy="518760"/>
          </a:xfrm>
          <a:prstGeom prst="rect">
            <a:avLst/>
          </a:prstGeom>
        </p:spPr>
      </p:pic>
      <p:pic>
        <p:nvPicPr>
          <p:cNvPr id="53" name="Graphic 52" descr="Close with solid fill">
            <a:extLst>
              <a:ext uri="{FF2B5EF4-FFF2-40B4-BE49-F238E27FC236}">
                <a16:creationId xmlns:a16="http://schemas.microsoft.com/office/drawing/2014/main" id="{1170EE02-F60C-C7C5-B488-668F49EA2A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8620" y="4027427"/>
            <a:ext cx="518760" cy="518760"/>
          </a:xfrm>
          <a:prstGeom prst="rect">
            <a:avLst/>
          </a:prstGeom>
        </p:spPr>
      </p:pic>
      <p:pic>
        <p:nvPicPr>
          <p:cNvPr id="54" name="Graphic 53" descr="Close with solid fill">
            <a:extLst>
              <a:ext uri="{FF2B5EF4-FFF2-40B4-BE49-F238E27FC236}">
                <a16:creationId xmlns:a16="http://schemas.microsoft.com/office/drawing/2014/main" id="{7175184A-CDED-D44E-2974-BB38C5D6F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78183" y="4027427"/>
            <a:ext cx="518760" cy="518760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A9A5DED3-58EA-B7EF-CD0A-736184E3CE50}"/>
              </a:ext>
            </a:extLst>
          </p:cNvPr>
          <p:cNvSpPr txBox="1"/>
          <p:nvPr/>
        </p:nvSpPr>
        <p:spPr>
          <a:xfrm>
            <a:off x="102059" y="759937"/>
            <a:ext cx="5879097" cy="20928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/>
              <a:t>Orchestrator works in the background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/>
              <a:t>Manages and monitors workflows</a:t>
            </a:r>
            <a:endParaRPr lang="en-US" sz="1400" b="1">
              <a:ea typeface="Open Sans"/>
              <a:cs typeface="Open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/>
              <a:t>Steps in to resolve when problems occur</a:t>
            </a:r>
            <a:endParaRPr lang="en-US" sz="1400" b="1">
              <a:ea typeface="Open Sans"/>
              <a:cs typeface="Open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/>
              <a:t>Reduces need for human intervention</a:t>
            </a:r>
            <a:endParaRPr lang="en-US" sz="1400" b="1">
              <a:ea typeface="Open Sans"/>
              <a:cs typeface="Open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/>
              <a:t>Faster identification of issues</a:t>
            </a:r>
            <a:endParaRPr lang="en-US" sz="1400" b="1">
              <a:ea typeface="Open Sans"/>
              <a:cs typeface="Open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/>
              <a:t>Addresses failures before reported by users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/>
              <a:t>Not 100% coverage yet but monitoring</a:t>
            </a:r>
            <a:r>
              <a:rPr lang="en-US" sz="1400" b="1">
                <a:ea typeface="+mn-lt"/>
                <a:cs typeface="+mn-lt"/>
              </a:rPr>
              <a:t> tools and dashboard help v-team to react faster</a:t>
            </a:r>
            <a:endParaRPr lang="en-US">
              <a:ea typeface="Open Sans"/>
              <a:cs typeface="Open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>
              <a:ea typeface="Open Sans"/>
              <a:cs typeface="Open San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06F376B-1E65-7054-26C1-245208B92D20}"/>
              </a:ext>
            </a:extLst>
          </p:cNvPr>
          <p:cNvGrpSpPr/>
          <p:nvPr/>
        </p:nvGrpSpPr>
        <p:grpSpPr>
          <a:xfrm>
            <a:off x="4239246" y="873826"/>
            <a:ext cx="3699835" cy="1296726"/>
            <a:chOff x="4239246" y="873826"/>
            <a:chExt cx="3699835" cy="1296726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D1A44A5-251F-0F01-EDF5-83E39973D6F7}"/>
                </a:ext>
              </a:extLst>
            </p:cNvPr>
            <p:cNvSpPr txBox="1"/>
            <p:nvPr/>
          </p:nvSpPr>
          <p:spPr>
            <a:xfrm>
              <a:off x="4239246" y="873826"/>
              <a:ext cx="36998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/>
                <a:t>Orchestrator</a:t>
              </a:r>
              <a:endParaRPr lang="LID4096" b="1"/>
            </a:p>
          </p:txBody>
        </p:sp>
        <p:pic>
          <p:nvPicPr>
            <p:cNvPr id="3" name="Graphic 2" descr="Circles with arrows with solid fill">
              <a:extLst>
                <a:ext uri="{FF2B5EF4-FFF2-40B4-BE49-F238E27FC236}">
                  <a16:creationId xmlns:a16="http://schemas.microsoft.com/office/drawing/2014/main" id="{709B9160-5FD5-A921-6084-C9341EBF8C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89192" y="1170611"/>
              <a:ext cx="999941" cy="9999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22572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" dur="30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50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3" presetClass="entr" presetSubtype="1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500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7000"/>
                            </p:stCondLst>
                            <p:childTnLst>
                              <p:par>
                                <p:cTn id="5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D8BF8C7-B7A1-52FA-EE30-E5F559B160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t"/>
          <a:lstStyle/>
          <a:p>
            <a:r>
              <a:rPr lang="en-US">
                <a:latin typeface="Calibri"/>
                <a:cs typeface="Calibri"/>
              </a:rPr>
              <a:t>Test setup with orchestrator in place</a:t>
            </a:r>
            <a:endParaRPr lang="LID4096">
              <a:latin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8129C-27E1-3DF2-D73A-F725C23A53D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8313" y="1431924"/>
            <a:ext cx="11245850" cy="4328795"/>
          </a:xfrm>
        </p:spPr>
        <p:txBody>
          <a:bodyPr lIns="91440" tIns="45720" rIns="91440" bIns="45720" anchor="t"/>
          <a:lstStyle/>
          <a:p>
            <a:pPr marL="421640" indent="-421640"/>
            <a:r>
              <a:rPr lang="en-US" sz="3600" dirty="0">
                <a:latin typeface="Calibri"/>
                <a:cs typeface="Calibri"/>
              </a:rPr>
              <a:t>Two E2E test runs in parallel on each with real data</a:t>
            </a:r>
            <a:endParaRPr lang="en-US" sz="3600" dirty="0">
              <a:latin typeface="Calibri"/>
              <a:ea typeface="Calibri" panose="020F0502020204030204" pitchFamily="34" charset="0"/>
              <a:cs typeface="Calibri"/>
            </a:endParaRPr>
          </a:p>
          <a:p>
            <a:pPr marL="914400" lvl="1" indent="-351155"/>
            <a:r>
              <a:rPr lang="en-US" sz="3200" dirty="0">
                <a:latin typeface="Calibri"/>
                <a:cs typeface="Calibri"/>
              </a:rPr>
              <a:t>200K records imported</a:t>
            </a:r>
            <a:endParaRPr lang="en-US" sz="3200" dirty="0">
              <a:latin typeface="Calibri"/>
              <a:ea typeface="Calibri" panose="020F0502020204030204" pitchFamily="34" charset="0"/>
              <a:cs typeface="Calibri"/>
            </a:endParaRPr>
          </a:p>
          <a:p>
            <a:pPr marL="914400" lvl="1" indent="-351155"/>
            <a:r>
              <a:rPr lang="en-US" sz="3200" dirty="0">
                <a:latin typeface="Calibri"/>
                <a:cs typeface="Calibri"/>
              </a:rPr>
              <a:t>400K records imported</a:t>
            </a:r>
            <a:endParaRPr lang="en-US" sz="3200" dirty="0">
              <a:latin typeface="Calibri"/>
              <a:ea typeface="Calibri" panose="020F0502020204030204" pitchFamily="34" charset="0"/>
              <a:cs typeface="Calibri"/>
            </a:endParaRPr>
          </a:p>
          <a:p>
            <a:pPr marL="914400" lvl="1" indent="-351155"/>
            <a:r>
              <a:rPr lang="en-US" sz="3200" dirty="0">
                <a:latin typeface="Calibri"/>
                <a:ea typeface="Calibri"/>
                <a:cs typeface="Calibri"/>
              </a:rPr>
              <a:t>Testing with up to 2M records this week</a:t>
            </a:r>
          </a:p>
          <a:p>
            <a:pPr marL="421640" indent="-421640"/>
            <a:r>
              <a:rPr lang="en-US" sz="3600" dirty="0">
                <a:latin typeface="Calibri"/>
                <a:ea typeface="Calibri"/>
                <a:cs typeface="Calibri"/>
              </a:rPr>
              <a:t>Repeated test runs to ensure consistency of results</a:t>
            </a:r>
            <a:endParaRPr lang="LID4096" sz="36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6AC1B1-1BF9-78BE-894C-DC109B2B13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81511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10E75C-18E5-A282-3950-B47EEA55277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Test results with orchestrator on steps involved</a:t>
            </a:r>
            <a:endParaRPr lang="LID4096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06C3FD6-7B6D-4A56-4970-2EB50352C48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900686145"/>
              </p:ext>
            </p:extLst>
          </p:nvPr>
        </p:nvGraphicFramePr>
        <p:xfrm>
          <a:off x="1546836" y="1853955"/>
          <a:ext cx="8911620" cy="31492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170">
                  <a:extLst>
                    <a:ext uri="{9D8B030D-6E8A-4147-A177-3AD203B41FA5}">
                      <a16:colId xmlns:a16="http://schemas.microsoft.com/office/drawing/2014/main" val="694987329"/>
                    </a:ext>
                  </a:extLst>
                </a:gridCol>
                <a:gridCol w="3752126">
                  <a:extLst>
                    <a:ext uri="{9D8B030D-6E8A-4147-A177-3AD203B41FA5}">
                      <a16:colId xmlns:a16="http://schemas.microsoft.com/office/drawing/2014/main" val="772325326"/>
                    </a:ext>
                  </a:extLst>
                </a:gridCol>
                <a:gridCol w="2910324">
                  <a:extLst>
                    <a:ext uri="{9D8B030D-6E8A-4147-A177-3AD203B41FA5}">
                      <a16:colId xmlns:a16="http://schemas.microsoft.com/office/drawing/2014/main" val="3086638955"/>
                    </a:ext>
                  </a:extLst>
                </a:gridCol>
              </a:tblGrid>
              <a:tr h="88470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Step</a:t>
                      </a:r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200k records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400k records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970762"/>
                  </a:ext>
                </a:extLst>
              </a:tr>
              <a:tr h="495116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Import</a:t>
                      </a:r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10 min</a:t>
                      </a:r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hour</a:t>
                      </a:r>
                      <a:endParaRPr lang="LID4096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744965"/>
                  </a:ext>
                </a:extLst>
              </a:tr>
              <a:tr h="1274286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Validate</a:t>
                      </a:r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 hours</a:t>
                      </a:r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 hours</a:t>
                      </a:r>
                      <a:endParaRPr lang="LID4096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816378"/>
                  </a:ext>
                </a:extLst>
              </a:tr>
              <a:tr h="495116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Release</a:t>
                      </a:r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 min</a:t>
                      </a:r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 min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963393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9720AA-F927-1AD0-C2DD-FF1D8FFCA2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37236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69C20-C755-6BCF-92CB-C1C4A7D32B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7564" y="272472"/>
            <a:ext cx="11414436" cy="1322647"/>
          </a:xfrm>
        </p:spPr>
        <p:txBody>
          <a:bodyPr/>
          <a:lstStyle/>
          <a:p>
            <a:r>
              <a:rPr lang="en-US" dirty="0"/>
              <a:t>Observations and results before orchestrator</a:t>
            </a:r>
          </a:p>
          <a:p>
            <a:r>
              <a:rPr lang="en-US" dirty="0"/>
              <a:t>Happy path</a:t>
            </a:r>
            <a:endParaRPr lang="LID4096" dirty="0"/>
          </a:p>
          <a:p>
            <a:endParaRPr lang="LID4096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A7A2D19-D7E5-F7C5-EA63-0966B2E38DBA}"/>
              </a:ext>
            </a:extLst>
          </p:cNvPr>
          <p:cNvSpPr/>
          <p:nvPr/>
        </p:nvSpPr>
        <p:spPr>
          <a:xfrm>
            <a:off x="883298" y="3542353"/>
            <a:ext cx="1479179" cy="1479179"/>
          </a:xfrm>
          <a:prstGeom prst="ellips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START</a:t>
            </a:r>
            <a:endParaRPr kumimoji="0" lang="LID4096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1F2D81A-CF6C-C49D-2850-91F6E8A0B919}"/>
              </a:ext>
            </a:extLst>
          </p:cNvPr>
          <p:cNvSpPr/>
          <p:nvPr/>
        </p:nvSpPr>
        <p:spPr>
          <a:xfrm>
            <a:off x="3117343" y="3542353"/>
            <a:ext cx="1479179" cy="1479179"/>
          </a:xfrm>
          <a:prstGeom prst="ellips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IMPORT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 hour</a:t>
            </a:r>
            <a:endParaRPr kumimoji="0" lang="LID4096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897C362-B59E-3CF2-941C-DA17A1FA4E5D}"/>
              </a:ext>
            </a:extLst>
          </p:cNvPr>
          <p:cNvSpPr/>
          <p:nvPr/>
        </p:nvSpPr>
        <p:spPr>
          <a:xfrm>
            <a:off x="9819478" y="3542353"/>
            <a:ext cx="1479179" cy="1479179"/>
          </a:xfrm>
          <a:prstGeom prst="ellipse">
            <a:avLst/>
          </a:prstGeom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STOP</a:t>
            </a:r>
            <a:endParaRPr kumimoji="0" lang="LID4096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E401A7C-A94C-5CB2-F77B-C7A62BCA392D}"/>
              </a:ext>
            </a:extLst>
          </p:cNvPr>
          <p:cNvSpPr/>
          <p:nvPr/>
        </p:nvSpPr>
        <p:spPr>
          <a:xfrm>
            <a:off x="5351388" y="3542353"/>
            <a:ext cx="1479179" cy="1479179"/>
          </a:xfrm>
          <a:prstGeom prst="ellips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VALIDATE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8 hours</a:t>
            </a:r>
            <a:endParaRPr kumimoji="0" lang="LID4096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FCF7E43-BFB9-7315-14BF-93AFA0AA1C7F}"/>
              </a:ext>
            </a:extLst>
          </p:cNvPr>
          <p:cNvSpPr/>
          <p:nvPr/>
        </p:nvSpPr>
        <p:spPr>
          <a:xfrm>
            <a:off x="7585433" y="3542353"/>
            <a:ext cx="1479179" cy="1479179"/>
          </a:xfrm>
          <a:prstGeom prst="ellips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RELEASE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5 hours</a:t>
            </a:r>
            <a:endParaRPr kumimoji="0" lang="LID4096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BB441F8-6016-905E-B533-A88ECDDBDDE1}"/>
              </a:ext>
            </a:extLst>
          </p:cNvPr>
          <p:cNvCxnSpPr>
            <a:cxnSpLocks/>
          </p:cNvCxnSpPr>
          <p:nvPr/>
        </p:nvCxnSpPr>
        <p:spPr>
          <a:xfrm>
            <a:off x="2371442" y="4281943"/>
            <a:ext cx="7548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1F07B12-870B-D49E-8F7B-7DEC447B49CB}"/>
              </a:ext>
            </a:extLst>
          </p:cNvPr>
          <p:cNvCxnSpPr>
            <a:stCxn id="5" idx="6"/>
            <a:endCxn id="7" idx="2"/>
          </p:cNvCxnSpPr>
          <p:nvPr/>
        </p:nvCxnSpPr>
        <p:spPr>
          <a:xfrm>
            <a:off x="4596522" y="4281943"/>
            <a:ext cx="7548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BD24200-1518-7A02-C351-B1CE8ED58457}"/>
              </a:ext>
            </a:extLst>
          </p:cNvPr>
          <p:cNvCxnSpPr>
            <a:stCxn id="7" idx="6"/>
            <a:endCxn id="8" idx="2"/>
          </p:cNvCxnSpPr>
          <p:nvPr/>
        </p:nvCxnSpPr>
        <p:spPr>
          <a:xfrm>
            <a:off x="6830567" y="4281943"/>
            <a:ext cx="7548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EE1C3F6-20FD-85F1-7FAC-54E4A3C2CC93}"/>
              </a:ext>
            </a:extLst>
          </p:cNvPr>
          <p:cNvCxnSpPr>
            <a:stCxn id="8" idx="6"/>
            <a:endCxn id="6" idx="2"/>
          </p:cNvCxnSpPr>
          <p:nvPr/>
        </p:nvCxnSpPr>
        <p:spPr>
          <a:xfrm>
            <a:off x="9064612" y="4281943"/>
            <a:ext cx="7548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ECE7A419-A14B-0BBC-FB44-78316942B5F1}"/>
              </a:ext>
            </a:extLst>
          </p:cNvPr>
          <p:cNvSpPr/>
          <p:nvPr/>
        </p:nvSpPr>
        <p:spPr>
          <a:xfrm>
            <a:off x="4020970" y="5155106"/>
            <a:ext cx="2075030" cy="5268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Idle Time (1h)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47428B-E4AA-F7BB-9052-37778C33C35D}"/>
              </a:ext>
            </a:extLst>
          </p:cNvPr>
          <p:cNvSpPr/>
          <p:nvPr/>
        </p:nvSpPr>
        <p:spPr>
          <a:xfrm>
            <a:off x="3117343" y="5905315"/>
            <a:ext cx="5947269" cy="52685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17-9 time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E28B90-4E0E-FDEE-044E-4057905D4B00}"/>
              </a:ext>
            </a:extLst>
          </p:cNvPr>
          <p:cNvSpPr txBox="1"/>
          <p:nvPr/>
        </p:nvSpPr>
        <p:spPr>
          <a:xfrm>
            <a:off x="3707660" y="2015306"/>
            <a:ext cx="45560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13A6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~14 hours for big datasets</a:t>
            </a:r>
          </a:p>
        </p:txBody>
      </p:sp>
    </p:spTree>
    <p:extLst>
      <p:ext uri="{BB962C8B-B14F-4D97-AF65-F5344CB8AC3E}">
        <p14:creationId xmlns:p14="http://schemas.microsoft.com/office/powerpoint/2010/main" val="317826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69C20-C755-6BCF-92CB-C1C4A7D32B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7564" y="272472"/>
            <a:ext cx="11414436" cy="1322647"/>
          </a:xfrm>
        </p:spPr>
        <p:txBody>
          <a:bodyPr/>
          <a:lstStyle/>
          <a:p>
            <a:r>
              <a:rPr lang="en-US" dirty="0"/>
              <a:t>Observations and results before orchestrator</a:t>
            </a:r>
          </a:p>
          <a:p>
            <a:r>
              <a:rPr lang="en-US" dirty="0"/>
              <a:t>Validation stuck</a:t>
            </a:r>
            <a:endParaRPr lang="LID4096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A7A2D19-D7E5-F7C5-EA63-0966B2E38DBA}"/>
              </a:ext>
            </a:extLst>
          </p:cNvPr>
          <p:cNvSpPr/>
          <p:nvPr/>
        </p:nvSpPr>
        <p:spPr>
          <a:xfrm>
            <a:off x="883298" y="3542353"/>
            <a:ext cx="1479179" cy="1479179"/>
          </a:xfrm>
          <a:prstGeom prst="ellips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START</a:t>
            </a:r>
            <a:endParaRPr kumimoji="0" lang="LID4096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1F2D81A-CF6C-C49D-2850-91F6E8A0B919}"/>
              </a:ext>
            </a:extLst>
          </p:cNvPr>
          <p:cNvSpPr/>
          <p:nvPr/>
        </p:nvSpPr>
        <p:spPr>
          <a:xfrm>
            <a:off x="3117343" y="3542353"/>
            <a:ext cx="1479179" cy="1479179"/>
          </a:xfrm>
          <a:prstGeom prst="ellips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IMPORT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 hour</a:t>
            </a:r>
            <a:endParaRPr kumimoji="0" lang="LID4096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897C362-B59E-3CF2-941C-DA17A1FA4E5D}"/>
              </a:ext>
            </a:extLst>
          </p:cNvPr>
          <p:cNvSpPr/>
          <p:nvPr/>
        </p:nvSpPr>
        <p:spPr>
          <a:xfrm>
            <a:off x="9819478" y="3542353"/>
            <a:ext cx="1479179" cy="1479179"/>
          </a:xfrm>
          <a:prstGeom prst="ellipse">
            <a:avLst/>
          </a:prstGeom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STOP</a:t>
            </a:r>
            <a:endParaRPr kumimoji="0" lang="LID4096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E401A7C-A94C-5CB2-F77B-C7A62BCA392D}"/>
              </a:ext>
            </a:extLst>
          </p:cNvPr>
          <p:cNvSpPr/>
          <p:nvPr/>
        </p:nvSpPr>
        <p:spPr>
          <a:xfrm>
            <a:off x="5351388" y="3542353"/>
            <a:ext cx="1479179" cy="1479179"/>
          </a:xfrm>
          <a:prstGeom prst="ellips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VALIDATE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Stuck</a:t>
            </a:r>
            <a:endParaRPr kumimoji="0" lang="LID4096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FCF7E43-BFB9-7315-14BF-93AFA0AA1C7F}"/>
              </a:ext>
            </a:extLst>
          </p:cNvPr>
          <p:cNvSpPr/>
          <p:nvPr/>
        </p:nvSpPr>
        <p:spPr>
          <a:xfrm>
            <a:off x="7585433" y="3542353"/>
            <a:ext cx="1479179" cy="1479179"/>
          </a:xfrm>
          <a:prstGeom prst="ellips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RELEASE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5 hours</a:t>
            </a:r>
            <a:endParaRPr kumimoji="0" lang="LID4096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BB441F8-6016-905E-B533-A88ECDDBDDE1}"/>
              </a:ext>
            </a:extLst>
          </p:cNvPr>
          <p:cNvCxnSpPr>
            <a:cxnSpLocks/>
          </p:cNvCxnSpPr>
          <p:nvPr/>
        </p:nvCxnSpPr>
        <p:spPr>
          <a:xfrm>
            <a:off x="2371442" y="4281943"/>
            <a:ext cx="7548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1F07B12-870B-D49E-8F7B-7DEC447B49CB}"/>
              </a:ext>
            </a:extLst>
          </p:cNvPr>
          <p:cNvCxnSpPr>
            <a:stCxn id="5" idx="6"/>
            <a:endCxn id="7" idx="2"/>
          </p:cNvCxnSpPr>
          <p:nvPr/>
        </p:nvCxnSpPr>
        <p:spPr>
          <a:xfrm>
            <a:off x="4596522" y="4281943"/>
            <a:ext cx="7548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BD24200-1518-7A02-C351-B1CE8ED58457}"/>
              </a:ext>
            </a:extLst>
          </p:cNvPr>
          <p:cNvCxnSpPr>
            <a:stCxn id="7" idx="6"/>
            <a:endCxn id="8" idx="2"/>
          </p:cNvCxnSpPr>
          <p:nvPr/>
        </p:nvCxnSpPr>
        <p:spPr>
          <a:xfrm>
            <a:off x="6830567" y="4281943"/>
            <a:ext cx="7548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EE1C3F6-20FD-85F1-7FAC-54E4A3C2CC93}"/>
              </a:ext>
            </a:extLst>
          </p:cNvPr>
          <p:cNvCxnSpPr>
            <a:stCxn id="8" idx="6"/>
            <a:endCxn id="6" idx="2"/>
          </p:cNvCxnSpPr>
          <p:nvPr/>
        </p:nvCxnSpPr>
        <p:spPr>
          <a:xfrm>
            <a:off x="9064612" y="4281943"/>
            <a:ext cx="7548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ECE7A419-A14B-0BBC-FB44-78316942B5F1}"/>
              </a:ext>
            </a:extLst>
          </p:cNvPr>
          <p:cNvSpPr/>
          <p:nvPr/>
        </p:nvSpPr>
        <p:spPr>
          <a:xfrm>
            <a:off x="4020970" y="5155106"/>
            <a:ext cx="2075030" cy="5268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Idle Time (1h)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47428B-E4AA-F7BB-9052-37778C33C35D}"/>
              </a:ext>
            </a:extLst>
          </p:cNvPr>
          <p:cNvSpPr/>
          <p:nvPr/>
        </p:nvSpPr>
        <p:spPr>
          <a:xfrm>
            <a:off x="5085708" y="5802228"/>
            <a:ext cx="2373330" cy="52685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17-9 Time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E28B90-4E0E-FDEE-044E-4057905D4B00}"/>
              </a:ext>
            </a:extLst>
          </p:cNvPr>
          <p:cNvSpPr txBox="1"/>
          <p:nvPr/>
        </p:nvSpPr>
        <p:spPr>
          <a:xfrm>
            <a:off x="3461080" y="2015306"/>
            <a:ext cx="50818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13A6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~18-22 hours for big datasets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E05B70-0601-74F3-AF4B-85E14403A56D}"/>
              </a:ext>
            </a:extLst>
          </p:cNvPr>
          <p:cNvSpPr/>
          <p:nvPr/>
        </p:nvSpPr>
        <p:spPr>
          <a:xfrm>
            <a:off x="7459038" y="5802228"/>
            <a:ext cx="2517168" cy="52684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Recovery Time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(9am to 1pm)</a:t>
            </a:r>
          </a:p>
        </p:txBody>
      </p:sp>
      <p:pic>
        <p:nvPicPr>
          <p:cNvPr id="22" name="Graphic 21" descr="Close with solid fill">
            <a:extLst>
              <a:ext uri="{FF2B5EF4-FFF2-40B4-BE49-F238E27FC236}">
                <a16:creationId xmlns:a16="http://schemas.microsoft.com/office/drawing/2014/main" id="{FDA61857-E1BD-7FC2-CDD2-7066BC5A0F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8620" y="4027427"/>
            <a:ext cx="518760" cy="518760"/>
          </a:xfrm>
          <a:prstGeom prst="rect">
            <a:avLst/>
          </a:prstGeom>
        </p:spPr>
      </p:pic>
      <p:pic>
        <p:nvPicPr>
          <p:cNvPr id="13" name="Graphic 12" descr="Group brainstorm with solid fill">
            <a:extLst>
              <a:ext uri="{FF2B5EF4-FFF2-40B4-BE49-F238E27FC236}">
                <a16:creationId xmlns:a16="http://schemas.microsoft.com/office/drawing/2014/main" id="{FA0BDC07-C319-9712-30CC-97C92350F6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91976" y="5727750"/>
            <a:ext cx="683517" cy="683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298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69C20-C755-6BCF-92CB-C1C4A7D32B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7564" y="272472"/>
            <a:ext cx="11414436" cy="1322647"/>
          </a:xfrm>
        </p:spPr>
        <p:txBody>
          <a:bodyPr/>
          <a:lstStyle/>
          <a:p>
            <a:r>
              <a:rPr lang="en-US" dirty="0"/>
              <a:t>Observations and results with orchestrator</a:t>
            </a:r>
          </a:p>
          <a:p>
            <a:r>
              <a:rPr lang="en-US" dirty="0"/>
              <a:t>Validation stuck with orchestrator addressing issue</a:t>
            </a:r>
            <a:endParaRPr lang="LID4096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A7A2D19-D7E5-F7C5-EA63-0966B2E38DBA}"/>
              </a:ext>
            </a:extLst>
          </p:cNvPr>
          <p:cNvSpPr/>
          <p:nvPr/>
        </p:nvSpPr>
        <p:spPr>
          <a:xfrm>
            <a:off x="883298" y="3542353"/>
            <a:ext cx="1479179" cy="1479179"/>
          </a:xfrm>
          <a:prstGeom prst="ellips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START</a:t>
            </a:r>
            <a:endParaRPr kumimoji="0" lang="LID4096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1F2D81A-CF6C-C49D-2850-91F6E8A0B919}"/>
              </a:ext>
            </a:extLst>
          </p:cNvPr>
          <p:cNvSpPr/>
          <p:nvPr/>
        </p:nvSpPr>
        <p:spPr>
          <a:xfrm>
            <a:off x="3117343" y="3542353"/>
            <a:ext cx="1479179" cy="1479179"/>
          </a:xfrm>
          <a:prstGeom prst="ellips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IMPORT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 hour</a:t>
            </a:r>
            <a:endParaRPr kumimoji="0" lang="LID4096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897C362-B59E-3CF2-941C-DA17A1FA4E5D}"/>
              </a:ext>
            </a:extLst>
          </p:cNvPr>
          <p:cNvSpPr/>
          <p:nvPr/>
        </p:nvSpPr>
        <p:spPr>
          <a:xfrm>
            <a:off x="9819478" y="3542353"/>
            <a:ext cx="1479179" cy="1479179"/>
          </a:xfrm>
          <a:prstGeom prst="ellipse">
            <a:avLst/>
          </a:prstGeom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STOP</a:t>
            </a:r>
            <a:endParaRPr kumimoji="0" lang="LID4096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E401A7C-A94C-5CB2-F77B-C7A62BCA392D}"/>
              </a:ext>
            </a:extLst>
          </p:cNvPr>
          <p:cNvSpPr/>
          <p:nvPr/>
        </p:nvSpPr>
        <p:spPr>
          <a:xfrm>
            <a:off x="5351388" y="3542353"/>
            <a:ext cx="1479179" cy="1479179"/>
          </a:xfrm>
          <a:prstGeom prst="ellips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VALIDATE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Stuck</a:t>
            </a:r>
            <a:endParaRPr kumimoji="0" lang="LID4096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FCF7E43-BFB9-7315-14BF-93AFA0AA1C7F}"/>
              </a:ext>
            </a:extLst>
          </p:cNvPr>
          <p:cNvSpPr/>
          <p:nvPr/>
        </p:nvSpPr>
        <p:spPr>
          <a:xfrm>
            <a:off x="7585433" y="3542353"/>
            <a:ext cx="1479179" cy="1479179"/>
          </a:xfrm>
          <a:prstGeom prst="ellips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RELEASE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5 hours</a:t>
            </a:r>
            <a:endParaRPr kumimoji="0" lang="LID4096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BB441F8-6016-905E-B533-A88ECDDBDDE1}"/>
              </a:ext>
            </a:extLst>
          </p:cNvPr>
          <p:cNvCxnSpPr>
            <a:cxnSpLocks/>
          </p:cNvCxnSpPr>
          <p:nvPr/>
        </p:nvCxnSpPr>
        <p:spPr>
          <a:xfrm>
            <a:off x="2371442" y="4281943"/>
            <a:ext cx="7548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1F07B12-870B-D49E-8F7B-7DEC447B49CB}"/>
              </a:ext>
            </a:extLst>
          </p:cNvPr>
          <p:cNvCxnSpPr>
            <a:stCxn id="5" idx="6"/>
            <a:endCxn id="7" idx="2"/>
          </p:cNvCxnSpPr>
          <p:nvPr/>
        </p:nvCxnSpPr>
        <p:spPr>
          <a:xfrm>
            <a:off x="4596522" y="4281943"/>
            <a:ext cx="7548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BD24200-1518-7A02-C351-B1CE8ED58457}"/>
              </a:ext>
            </a:extLst>
          </p:cNvPr>
          <p:cNvCxnSpPr>
            <a:stCxn id="7" idx="6"/>
            <a:endCxn id="8" idx="2"/>
          </p:cNvCxnSpPr>
          <p:nvPr/>
        </p:nvCxnSpPr>
        <p:spPr>
          <a:xfrm>
            <a:off x="6830567" y="4281943"/>
            <a:ext cx="7548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EE1C3F6-20FD-85F1-7FAC-54E4A3C2CC93}"/>
              </a:ext>
            </a:extLst>
          </p:cNvPr>
          <p:cNvCxnSpPr>
            <a:stCxn id="8" idx="6"/>
            <a:endCxn id="6" idx="2"/>
          </p:cNvCxnSpPr>
          <p:nvPr/>
        </p:nvCxnSpPr>
        <p:spPr>
          <a:xfrm>
            <a:off x="9064612" y="4281943"/>
            <a:ext cx="7548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ECE7A419-A14B-0BBC-FB44-78316942B5F1}"/>
              </a:ext>
            </a:extLst>
          </p:cNvPr>
          <p:cNvSpPr/>
          <p:nvPr/>
        </p:nvSpPr>
        <p:spPr>
          <a:xfrm>
            <a:off x="4020970" y="5155106"/>
            <a:ext cx="2075030" cy="5268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Idle Time (1h)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47428B-E4AA-F7BB-9052-37778C33C35D}"/>
              </a:ext>
            </a:extLst>
          </p:cNvPr>
          <p:cNvSpPr/>
          <p:nvPr/>
        </p:nvSpPr>
        <p:spPr>
          <a:xfrm>
            <a:off x="5085708" y="5802228"/>
            <a:ext cx="2373330" cy="52685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17-9 Time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E28B90-4E0E-FDEE-044E-4057905D4B00}"/>
              </a:ext>
            </a:extLst>
          </p:cNvPr>
          <p:cNvSpPr txBox="1"/>
          <p:nvPr/>
        </p:nvSpPr>
        <p:spPr>
          <a:xfrm>
            <a:off x="3872046" y="2015306"/>
            <a:ext cx="45560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13A6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~14 hours for big datasets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E05B70-0601-74F3-AF4B-85E14403A56D}"/>
              </a:ext>
            </a:extLst>
          </p:cNvPr>
          <p:cNvSpPr/>
          <p:nvPr/>
        </p:nvSpPr>
        <p:spPr>
          <a:xfrm>
            <a:off x="7459038" y="5802228"/>
            <a:ext cx="2517168" cy="52684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Recovery Time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(9am to 1pm)</a:t>
            </a:r>
          </a:p>
        </p:txBody>
      </p:sp>
      <p:pic>
        <p:nvPicPr>
          <p:cNvPr id="22" name="Graphic 21" descr="Close with solid fill">
            <a:extLst>
              <a:ext uri="{FF2B5EF4-FFF2-40B4-BE49-F238E27FC236}">
                <a16:creationId xmlns:a16="http://schemas.microsoft.com/office/drawing/2014/main" id="{FDA61857-E1BD-7FC2-CDD2-7066BC5A0F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8620" y="4027427"/>
            <a:ext cx="518760" cy="518760"/>
          </a:xfrm>
          <a:prstGeom prst="rect">
            <a:avLst/>
          </a:prstGeom>
        </p:spPr>
      </p:pic>
      <p:pic>
        <p:nvPicPr>
          <p:cNvPr id="13" name="Graphic 12" descr="Close with solid fill">
            <a:extLst>
              <a:ext uri="{FF2B5EF4-FFF2-40B4-BE49-F238E27FC236}">
                <a16:creationId xmlns:a16="http://schemas.microsoft.com/office/drawing/2014/main" id="{E68F754A-4F53-5789-AB0F-D1509DB3C6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32962" y="5599210"/>
            <a:ext cx="5086516" cy="914400"/>
          </a:xfrm>
          <a:prstGeom prst="rect">
            <a:avLst/>
          </a:prstGeom>
        </p:spPr>
      </p:pic>
      <p:pic>
        <p:nvPicPr>
          <p:cNvPr id="2" name="Graphic 1" descr="Group brainstorm with solid fill">
            <a:extLst>
              <a:ext uri="{FF2B5EF4-FFF2-40B4-BE49-F238E27FC236}">
                <a16:creationId xmlns:a16="http://schemas.microsoft.com/office/drawing/2014/main" id="{FEC6B251-1268-5BAA-53BC-3EB7D70A36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91976" y="5727750"/>
            <a:ext cx="683517" cy="683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663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075837-484A-4955-BF46-A557E357C8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t"/>
          <a:lstStyle/>
          <a:p>
            <a:r>
              <a:rPr lang="en-US">
                <a:latin typeface="Calibri"/>
                <a:ea typeface="Calibri"/>
                <a:cs typeface="Calibri"/>
              </a:rPr>
              <a:t>Second wave of architectural changes</a:t>
            </a:r>
            <a:endParaRPr lang="en-US"/>
          </a:p>
        </p:txBody>
      </p:sp>
      <p:graphicFrame>
        <p:nvGraphicFramePr>
          <p:cNvPr id="5" name="Table 15">
            <a:extLst>
              <a:ext uri="{FF2B5EF4-FFF2-40B4-BE49-F238E27FC236}">
                <a16:creationId xmlns:a16="http://schemas.microsoft.com/office/drawing/2014/main" id="{3EC2807B-E9A0-4C31-98A5-1CC6684FD7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196781"/>
              </p:ext>
            </p:extLst>
          </p:nvPr>
        </p:nvGraphicFramePr>
        <p:xfrm>
          <a:off x="1178964" y="2472461"/>
          <a:ext cx="9777546" cy="2145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7488">
                  <a:extLst>
                    <a:ext uri="{9D8B030D-6E8A-4147-A177-3AD203B41FA5}">
                      <a16:colId xmlns:a16="http://schemas.microsoft.com/office/drawing/2014/main" val="378861865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1798859550"/>
                    </a:ext>
                  </a:extLst>
                </a:gridCol>
                <a:gridCol w="2059258">
                  <a:extLst>
                    <a:ext uri="{9D8B030D-6E8A-4147-A177-3AD203B41FA5}">
                      <a16:colId xmlns:a16="http://schemas.microsoft.com/office/drawing/2014/main" val="13302638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err="1">
                          <a:latin typeface="Calibri"/>
                          <a:cs typeface="Calibri"/>
                        </a:rPr>
                        <a:t>Priority</a:t>
                      </a:r>
                      <a:endParaRPr lang="fr-FR"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rgbClr val="0081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latin typeface="Calibri"/>
                          <a:cs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0081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err="1">
                          <a:latin typeface="Calibri"/>
                          <a:cs typeface="Calibri"/>
                        </a:rPr>
                        <a:t>Severity</a:t>
                      </a:r>
                      <a:endParaRPr lang="fr-FR"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rgbClr val="0081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238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200" b="0" i="0" u="none" strike="noStrike" kern="1200" baseline="0" err="1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Ensure</a:t>
                      </a:r>
                      <a:r>
                        <a:rPr lang="fr-FR" sz="2200" b="0" i="0" u="none" strike="noStrike" kern="1200" baseline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 </a:t>
                      </a:r>
                      <a:r>
                        <a:rPr lang="fr-FR" sz="2200" b="0" i="0" u="none" strike="noStrike" kern="1200" baseline="0" err="1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stability</a:t>
                      </a:r>
                      <a:r>
                        <a:rPr lang="fr-FR" sz="2200" b="0" i="0" u="none" strike="noStrike" kern="1200" baseline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 </a:t>
                      </a:r>
                      <a:r>
                        <a:rPr lang="fr-FR" sz="2200" b="0" i="0" u="none" strike="noStrike" kern="1200" baseline="0" err="1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with</a:t>
                      </a:r>
                      <a:r>
                        <a:rPr lang="fr-FR" sz="2200" b="0" i="0" u="none" strike="noStrike" kern="1200" baseline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 automation (</a:t>
                      </a:r>
                      <a:r>
                        <a:rPr lang="fr-FR" sz="2200" b="0" i="0" u="none" strike="noStrike" kern="1200" baseline="0" err="1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orchestrator</a:t>
                      </a:r>
                      <a:r>
                        <a:rPr lang="fr-FR" sz="2200" b="0" i="0" u="none" strike="noStrike" kern="1200" baseline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)</a:t>
                      </a:r>
                      <a:endParaRPr lang="fr-FR" sz="2200"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 b="0" i="0" u="none" strike="noStrike" kern="1200" baseline="0">
                          <a:solidFill>
                            <a:schemeClr val="bg1"/>
                          </a:solidFill>
                          <a:latin typeface="Calibri"/>
                          <a:ea typeface="+mn-ea"/>
                          <a:cs typeface="Calibri"/>
                        </a:rPr>
                        <a:t>Critical</a:t>
                      </a:r>
                      <a:endParaRPr lang="fr-FR" sz="22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04146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200" b="0" i="0" u="none" strike="noStrike" kern="1200" baseline="0" noProof="0" err="1">
                          <a:solidFill>
                            <a:schemeClr val="dk1"/>
                          </a:solidFill>
                          <a:latin typeface="Calibri"/>
                        </a:rPr>
                        <a:t>Investigate</a:t>
                      </a:r>
                      <a:r>
                        <a:rPr lang="fr-FR" sz="2200" b="0" i="0" u="none" strike="noStrike" kern="1200" baseline="0" noProof="0">
                          <a:solidFill>
                            <a:schemeClr val="dk1"/>
                          </a:solidFill>
                          <a:latin typeface="Calibri"/>
                        </a:rPr>
                        <a:t> alternative </a:t>
                      </a:r>
                      <a:r>
                        <a:rPr lang="fr-FR" sz="2200" b="0" i="0" u="none" strike="noStrike" kern="1200" baseline="0" noProof="0" err="1">
                          <a:solidFill>
                            <a:schemeClr val="dk1"/>
                          </a:solidFill>
                          <a:latin typeface="Calibri"/>
                        </a:rPr>
                        <a:t>database</a:t>
                      </a:r>
                      <a:r>
                        <a:rPr lang="fr-FR" sz="2200" b="0" i="0" u="none" strike="noStrike" kern="1200" baseline="0" noProof="0">
                          <a:solidFill>
                            <a:schemeClr val="dk1"/>
                          </a:solidFill>
                          <a:latin typeface="Calibri"/>
                        </a:rPr>
                        <a:t> </a:t>
                      </a:r>
                      <a:r>
                        <a:rPr lang="fr-FR" sz="2200" b="0" i="0" u="none" strike="noStrike" kern="1200" baseline="0" noProof="0" err="1">
                          <a:solidFill>
                            <a:schemeClr val="dk1"/>
                          </a:solidFill>
                          <a:latin typeface="Calibri"/>
                        </a:rPr>
                        <a:t>systems</a:t>
                      </a:r>
                      <a:endParaRPr lang="fr-FR" sz="2200" b="0" i="0" u="none" strike="noStrike" kern="1200" baseline="0" noProof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 sz="2200" b="0" i="0" u="none" strike="noStrike" kern="1200" baseline="0">
                          <a:solidFill>
                            <a:schemeClr val="bg1"/>
                          </a:solidFill>
                          <a:latin typeface="Calibri"/>
                          <a:ea typeface="+mn-ea"/>
                          <a:cs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267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200" b="0" i="0" u="none" strike="noStrike" kern="1200" baseline="0" err="1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Increase</a:t>
                      </a:r>
                      <a:r>
                        <a:rPr lang="fr-FR" sz="2200" b="0" i="0" u="none" strike="noStrike" kern="1200" baseline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 </a:t>
                      </a:r>
                      <a:r>
                        <a:rPr lang="fr-FR" sz="2200" b="0" i="0" u="none" strike="noStrike" kern="1200" baseline="0" err="1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scalability</a:t>
                      </a:r>
                      <a:r>
                        <a:rPr lang="fr-FR" sz="2200" b="0" i="0" u="none" strike="noStrike" kern="1200" baseline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 (data </a:t>
                      </a:r>
                      <a:r>
                        <a:rPr lang="fr-FR" sz="2200" b="0" i="0" u="none" strike="noStrike" kern="1200" baseline="0" err="1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storage</a:t>
                      </a:r>
                      <a:r>
                        <a:rPr lang="fr-FR" sz="2200" b="0" i="0" u="none" strike="noStrike" kern="1200" baseline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 system)</a:t>
                      </a:r>
                      <a:endParaRPr lang="fr-FR" sz="2200"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 b="0" i="0" u="none" strike="noStrike" kern="1200" baseline="0">
                          <a:solidFill>
                            <a:schemeClr val="bg1"/>
                          </a:solidFill>
                          <a:latin typeface="Calibri"/>
                          <a:ea typeface="+mn-ea"/>
                          <a:cs typeface="Calibri"/>
                        </a:rPr>
                        <a:t>High</a:t>
                      </a:r>
                      <a:endParaRPr lang="fr-FR" sz="22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879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200" b="0" i="0" u="none" strike="noStrike" kern="1200" baseline="0" err="1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Improve</a:t>
                      </a:r>
                      <a:r>
                        <a:rPr lang="fr-FR" sz="2200" b="0" i="0" u="none" strike="noStrike" kern="1200" baseline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 performance and </a:t>
                      </a:r>
                      <a:r>
                        <a:rPr lang="fr-FR" sz="2200" b="0" i="0" u="none" strike="noStrike" kern="1200" baseline="0" err="1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stability</a:t>
                      </a:r>
                      <a:r>
                        <a:rPr lang="fr-FR" sz="2200" b="0" i="0" u="none" strike="noStrike" kern="1200" baseline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 (</a:t>
                      </a:r>
                      <a:r>
                        <a:rPr lang="fr-FR" sz="2200" b="0" i="0" u="none" strike="noStrike" kern="1200" baseline="0" err="1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ongoing</a:t>
                      </a:r>
                      <a:r>
                        <a:rPr lang="fr-FR" sz="2200" b="0" i="0" u="none" strike="noStrike" kern="1200" baseline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)</a:t>
                      </a:r>
                      <a:endParaRPr lang="fr-FR" sz="2200"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 b="0" i="0" u="none" strike="noStrike" kern="1200" baseline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Medium</a:t>
                      </a:r>
                      <a:endParaRPr lang="fr-FR" sz="2200"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77748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A258969-533B-5ADF-DEE7-6E654FBE8DF8}"/>
              </a:ext>
            </a:extLst>
          </p:cNvPr>
          <p:cNvSpPr txBox="1"/>
          <p:nvPr/>
        </p:nvSpPr>
        <p:spPr>
          <a:xfrm>
            <a:off x="501569" y="1321443"/>
            <a:ext cx="692937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What’s the path to address these issues?</a:t>
            </a:r>
          </a:p>
        </p:txBody>
      </p:sp>
    </p:spTree>
    <p:extLst>
      <p:ext uri="{BB962C8B-B14F-4D97-AF65-F5344CB8AC3E}">
        <p14:creationId xmlns:p14="http://schemas.microsoft.com/office/powerpoint/2010/main" val="3681386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" name="OTLSHAPE_M_23abe643d7664c16a87d0993876cb30a_Connector2">
            <a:extLst>
              <a:ext uri="{FF2B5EF4-FFF2-40B4-BE49-F238E27FC236}">
                <a16:creationId xmlns:a16="http://schemas.microsoft.com/office/drawing/2014/main" id="{B4988AE8-D67F-402E-B685-38A3927C9C05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 flipV="1">
            <a:off x="3461693" y="3618170"/>
            <a:ext cx="0" cy="1175984"/>
          </a:xfrm>
          <a:prstGeom prst="straightConnector1">
            <a:avLst/>
          </a:prstGeom>
          <a:ln w="9525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OTLSHAPE_M_23abe643d7664c16a87d0993876cb30a_Connector2">
            <a:extLst>
              <a:ext uri="{FF2B5EF4-FFF2-40B4-BE49-F238E27FC236}">
                <a16:creationId xmlns:a16="http://schemas.microsoft.com/office/drawing/2014/main" id="{529D503D-84C8-42D4-A30E-77636AD9507C}"/>
              </a:ext>
            </a:extLst>
          </p:cNvPr>
          <p:cNvCxnSpPr>
            <a:cxnSpLocks/>
            <a:stCxn id="81" idx="2"/>
          </p:cNvCxnSpPr>
          <p:nvPr>
            <p:custDataLst>
              <p:tags r:id="rId2"/>
            </p:custDataLst>
          </p:nvPr>
        </p:nvCxnSpPr>
        <p:spPr>
          <a:xfrm>
            <a:off x="2600339" y="2060889"/>
            <a:ext cx="0" cy="1272861"/>
          </a:xfrm>
          <a:prstGeom prst="straightConnector1">
            <a:avLst/>
          </a:prstGeom>
          <a:ln w="25400" cap="flat" cmpd="sng" algn="ctr">
            <a:solidFill>
              <a:schemeClr val="accent5">
                <a:lumMod val="40000"/>
                <a:lumOff val="6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9A93C5CB-7FB6-4F22-A9D0-F32AE4783320}"/>
              </a:ext>
            </a:extLst>
          </p:cNvPr>
          <p:cNvSpPr/>
          <p:nvPr/>
        </p:nvSpPr>
        <p:spPr>
          <a:xfrm>
            <a:off x="2059674" y="3271149"/>
            <a:ext cx="288681" cy="2460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t"/>
          <a:lstStyle/>
          <a:p>
            <a:r>
              <a:rPr lang="en-GB">
                <a:latin typeface="Calibri"/>
                <a:cs typeface="Calibri"/>
              </a:rPr>
              <a:t>Draft initial timeline</a:t>
            </a:r>
            <a:endParaRPr lang="en-GB"/>
          </a:p>
        </p:txBody>
      </p:sp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2595725063"/>
              </p:ext>
            </p:extLst>
          </p:nvPr>
        </p:nvGraphicFramePr>
        <p:xfrm>
          <a:off x="214009" y="3207361"/>
          <a:ext cx="11806697" cy="3673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sp>
        <p:nvSpPr>
          <p:cNvPr id="81" name="OTLSHAPE_M_474d297198d5425c9487e9abdc401d8d_Title">
            <a:extLst>
              <a:ext uri="{FF2B5EF4-FFF2-40B4-BE49-F238E27FC236}">
                <a16:creationId xmlns:a16="http://schemas.microsoft.com/office/drawing/2014/main" id="{CFC5A206-8F64-4281-8EE6-8073F55FAD7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44689" y="1076004"/>
            <a:ext cx="1511300" cy="98488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600" b="1" spc="-6">
                <a:latin typeface="Calibri"/>
                <a:cs typeface="Calibri"/>
              </a:rPr>
              <a:t>Orchestrator deployed in production</a:t>
            </a:r>
          </a:p>
          <a:p>
            <a:pPr algn="ctr"/>
            <a:r>
              <a:rPr lang="en-US" sz="1600" spc="-6">
                <a:solidFill>
                  <a:schemeClr val="accent5"/>
                </a:solidFill>
                <a:latin typeface="Calibri"/>
                <a:cs typeface="Calibri"/>
              </a:rPr>
              <a:t>27-01-2023</a:t>
            </a:r>
          </a:p>
        </p:txBody>
      </p:sp>
      <p:sp>
        <p:nvSpPr>
          <p:cNvPr id="85" name="OTLSHAPE_M_474d297198d5425c9487e9abdc401d8d_Title">
            <a:extLst>
              <a:ext uri="{FF2B5EF4-FFF2-40B4-BE49-F238E27FC236}">
                <a16:creationId xmlns:a16="http://schemas.microsoft.com/office/drawing/2014/main" id="{40A62549-2834-4C01-921A-F52330C8B04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892505" y="4794154"/>
            <a:ext cx="1138375" cy="49244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600" b="1" spc="-6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</a:rPr>
              <a:t>Scope for next steps</a:t>
            </a:r>
            <a:endParaRPr lang="en-US" sz="1600" spc="-6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40009D4-68E3-4A2C-B99D-643F41285703}"/>
              </a:ext>
            </a:extLst>
          </p:cNvPr>
          <p:cNvSpPr/>
          <p:nvPr/>
        </p:nvSpPr>
        <p:spPr>
          <a:xfrm flipV="1">
            <a:off x="5782235" y="3013381"/>
            <a:ext cx="6043440" cy="914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OTLSHAPE_M_474d297198d5425c9487e9abdc401d8d_Title">
            <a:extLst>
              <a:ext uri="{FF2B5EF4-FFF2-40B4-BE49-F238E27FC236}">
                <a16:creationId xmlns:a16="http://schemas.microsoft.com/office/drawing/2014/main" id="{A0B19EE7-DFDB-4175-8CB2-96853A05E04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7975693" y="2811967"/>
            <a:ext cx="1232343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spc="-6">
                <a:latin typeface="Calibri" panose="020F0502020204030204" pitchFamily="34" charset="0"/>
              </a:rPr>
              <a:t>Execution</a:t>
            </a:r>
          </a:p>
        </p:txBody>
      </p:sp>
      <p:cxnSp>
        <p:nvCxnSpPr>
          <p:cNvPr id="9" name="OTLSHAPE_M_23abe643d7664c16a87d0993876cb30a_Connector2">
            <a:extLst>
              <a:ext uri="{FF2B5EF4-FFF2-40B4-BE49-F238E27FC236}">
                <a16:creationId xmlns:a16="http://schemas.microsoft.com/office/drawing/2014/main" id="{3C2AD15F-9946-9055-6CFC-BFDAD806F4E2}"/>
              </a:ext>
            </a:extLst>
          </p:cNvPr>
          <p:cNvCxnSpPr>
            <a:cxnSpLocks/>
            <a:stCxn id="11" idx="0"/>
          </p:cNvCxnSpPr>
          <p:nvPr>
            <p:custDataLst>
              <p:tags r:id="rId6"/>
            </p:custDataLst>
          </p:nvPr>
        </p:nvCxnSpPr>
        <p:spPr>
          <a:xfrm flipH="1">
            <a:off x="5669421" y="4794154"/>
            <a:ext cx="1" cy="8148"/>
          </a:xfrm>
          <a:prstGeom prst="straightConnector1">
            <a:avLst/>
          </a:prstGeom>
          <a:ln w="9525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TLSHAPE_M_474d297198d5425c9487e9abdc401d8d_Title">
            <a:extLst>
              <a:ext uri="{FF2B5EF4-FFF2-40B4-BE49-F238E27FC236}">
                <a16:creationId xmlns:a16="http://schemas.microsoft.com/office/drawing/2014/main" id="{8965FB84-8A81-543A-4C04-0E63AE64042F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5100234" y="4794154"/>
            <a:ext cx="1138375" cy="49244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600" b="1" spc="-6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</a:rPr>
              <a:t>Plan for next steps</a:t>
            </a:r>
            <a:endParaRPr lang="en-US" sz="1600" spc="-6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CCD08A-EA18-2529-DD92-9802BA2AF08C}"/>
              </a:ext>
            </a:extLst>
          </p:cNvPr>
          <p:cNvSpPr/>
          <p:nvPr/>
        </p:nvSpPr>
        <p:spPr>
          <a:xfrm flipV="1">
            <a:off x="2956885" y="3013381"/>
            <a:ext cx="2762593" cy="91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TLSHAPE_M_474d297198d5425c9487e9abdc401d8d_Title">
            <a:extLst>
              <a:ext uri="{FF2B5EF4-FFF2-40B4-BE49-F238E27FC236}">
                <a16:creationId xmlns:a16="http://schemas.microsoft.com/office/drawing/2014/main" id="{107CF3D8-0C80-75CF-BF6A-45DED8F9D8A3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572010" y="2811967"/>
            <a:ext cx="1541358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spc="-6">
                <a:latin typeface="Calibri" panose="020F0502020204030204" pitchFamily="34" charset="0"/>
              </a:rPr>
              <a:t>Initiation &amp; Planning</a:t>
            </a:r>
          </a:p>
        </p:txBody>
      </p:sp>
      <p:cxnSp>
        <p:nvCxnSpPr>
          <p:cNvPr id="22" name="OTLSHAPE_M_23abe643d7664c16a87d0993876cb30a_Connector2">
            <a:extLst>
              <a:ext uri="{FF2B5EF4-FFF2-40B4-BE49-F238E27FC236}">
                <a16:creationId xmlns:a16="http://schemas.microsoft.com/office/drawing/2014/main" id="{8859838E-C0CD-660C-888C-C50FB9509D43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>
          <a:xfrm flipV="1">
            <a:off x="5681953" y="3618170"/>
            <a:ext cx="0" cy="1175984"/>
          </a:xfrm>
          <a:prstGeom prst="straightConnector1">
            <a:avLst/>
          </a:prstGeom>
          <a:ln w="9525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OTLSHAPE_M_23abe643d7664c16a87d0993876cb30a_Connector2">
            <a:extLst>
              <a:ext uri="{FF2B5EF4-FFF2-40B4-BE49-F238E27FC236}">
                <a16:creationId xmlns:a16="http://schemas.microsoft.com/office/drawing/2014/main" id="{ECB315B9-808A-409E-441E-EAE124357DC9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>
          <a:xfrm flipV="1">
            <a:off x="4501597" y="3627137"/>
            <a:ext cx="0" cy="1175984"/>
          </a:xfrm>
          <a:prstGeom prst="straightConnector1">
            <a:avLst/>
          </a:prstGeom>
          <a:ln w="9525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TLSHAPE_M_474d297198d5425c9487e9abdc401d8d_Title">
            <a:extLst>
              <a:ext uri="{FF2B5EF4-FFF2-40B4-BE49-F238E27FC236}">
                <a16:creationId xmlns:a16="http://schemas.microsoft.com/office/drawing/2014/main" id="{8D322A7E-9297-F321-CA24-49DD76FBC15C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3932409" y="4926232"/>
            <a:ext cx="1138375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600" b="1" spc="-6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</a:rPr>
              <a:t>Charter</a:t>
            </a:r>
            <a:endParaRPr lang="en-US" sz="1600" spc="-6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360690-F52D-950E-F5FF-61771882034C}"/>
              </a:ext>
            </a:extLst>
          </p:cNvPr>
          <p:cNvSpPr/>
          <p:nvPr/>
        </p:nvSpPr>
        <p:spPr>
          <a:xfrm flipV="1">
            <a:off x="11888432" y="3013381"/>
            <a:ext cx="161337" cy="914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8273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914400" y="2665449"/>
            <a:ext cx="10363200" cy="1470025"/>
          </a:xfrm>
        </p:spPr>
        <p:txBody>
          <a:bodyPr lIns="91440" tIns="45720" rIns="91440" bIns="45720" anchor="t"/>
          <a:lstStyle/>
          <a:p>
            <a:r>
              <a:rPr lang="da-DK" sz="5400"/>
              <a:t>End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0070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5000">
        <p:fade/>
      </p:transition>
    </mc:Choice>
    <mc:Fallback xmlns="">
      <p:transition spd="med" advClick="0" advTm="15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8E61F6-6062-C99B-5BE6-5D6E31277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640" y="0"/>
            <a:ext cx="5760720" cy="68580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3D556ADF-CFEA-B2AC-683E-45F26FB36F31}"/>
              </a:ext>
            </a:extLst>
          </p:cNvPr>
          <p:cNvGrpSpPr/>
          <p:nvPr/>
        </p:nvGrpSpPr>
        <p:grpSpPr>
          <a:xfrm>
            <a:off x="174071" y="5937978"/>
            <a:ext cx="2699385" cy="719455"/>
            <a:chOff x="0" y="0"/>
            <a:chExt cx="2699944" cy="720001"/>
          </a:xfrm>
        </p:grpSpPr>
        <p:sp>
          <p:nvSpPr>
            <p:cNvPr id="7" name="Shape 252">
              <a:extLst>
                <a:ext uri="{FF2B5EF4-FFF2-40B4-BE49-F238E27FC236}">
                  <a16:creationId xmlns:a16="http://schemas.microsoft.com/office/drawing/2014/main" id="{480A5DEC-7452-B2C6-16FA-22FB32A55667}"/>
                </a:ext>
              </a:extLst>
            </p:cNvPr>
            <p:cNvSpPr/>
            <p:nvPr/>
          </p:nvSpPr>
          <p:spPr>
            <a:xfrm>
              <a:off x="0" y="0"/>
              <a:ext cx="720014" cy="720001"/>
            </a:xfrm>
            <a:custGeom>
              <a:avLst/>
              <a:gdLst/>
              <a:ahLst/>
              <a:cxnLst/>
              <a:rect l="0" t="0" r="0" b="0"/>
              <a:pathLst>
                <a:path w="720014" h="720001">
                  <a:moveTo>
                    <a:pt x="360007" y="0"/>
                  </a:moveTo>
                  <a:cubicBezTo>
                    <a:pt x="558825" y="0"/>
                    <a:pt x="720014" y="161175"/>
                    <a:pt x="720014" y="359994"/>
                  </a:cubicBezTo>
                  <a:cubicBezTo>
                    <a:pt x="720014" y="558826"/>
                    <a:pt x="558825" y="720001"/>
                    <a:pt x="360007" y="720001"/>
                  </a:cubicBezTo>
                  <a:cubicBezTo>
                    <a:pt x="161176" y="720001"/>
                    <a:pt x="0" y="558826"/>
                    <a:pt x="0" y="359994"/>
                  </a:cubicBezTo>
                  <a:cubicBezTo>
                    <a:pt x="0" y="161175"/>
                    <a:pt x="161176" y="0"/>
                    <a:pt x="360007" y="0"/>
                  </a:cubicBezTo>
                  <a:close/>
                </a:path>
              </a:pathLst>
            </a:custGeom>
            <a:ln w="0" cap="rnd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ED7D31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LID4096"/>
            </a:p>
          </p:txBody>
        </p:sp>
        <p:sp>
          <p:nvSpPr>
            <p:cNvPr id="8" name="Shape 253">
              <a:extLst>
                <a:ext uri="{FF2B5EF4-FFF2-40B4-BE49-F238E27FC236}">
                  <a16:creationId xmlns:a16="http://schemas.microsoft.com/office/drawing/2014/main" id="{92D545D4-BAF3-3ACD-CF20-0CB5E237713B}"/>
                </a:ext>
              </a:extLst>
            </p:cNvPr>
            <p:cNvSpPr/>
            <p:nvPr/>
          </p:nvSpPr>
          <p:spPr>
            <a:xfrm>
              <a:off x="0" y="0"/>
              <a:ext cx="720014" cy="720001"/>
            </a:xfrm>
            <a:custGeom>
              <a:avLst/>
              <a:gdLst/>
              <a:ahLst/>
              <a:cxnLst/>
              <a:rect l="0" t="0" r="0" b="0"/>
              <a:pathLst>
                <a:path w="720014" h="720001">
                  <a:moveTo>
                    <a:pt x="0" y="359994"/>
                  </a:moveTo>
                  <a:cubicBezTo>
                    <a:pt x="0" y="161175"/>
                    <a:pt x="161176" y="0"/>
                    <a:pt x="360007" y="0"/>
                  </a:cubicBezTo>
                  <a:cubicBezTo>
                    <a:pt x="558825" y="0"/>
                    <a:pt x="720014" y="161175"/>
                    <a:pt x="720014" y="359994"/>
                  </a:cubicBezTo>
                  <a:cubicBezTo>
                    <a:pt x="720014" y="558826"/>
                    <a:pt x="558825" y="720001"/>
                    <a:pt x="360007" y="720001"/>
                  </a:cubicBezTo>
                  <a:cubicBezTo>
                    <a:pt x="161176" y="720001"/>
                    <a:pt x="0" y="558826"/>
                    <a:pt x="0" y="359994"/>
                  </a:cubicBezTo>
                  <a:close/>
                </a:path>
              </a:pathLst>
            </a:custGeom>
            <a:ln w="3175" cap="sq">
              <a:miter lim="100000"/>
            </a:ln>
          </p:spPr>
          <p:style>
            <a:lnRef idx="1">
              <a:srgbClr val="C8C8C8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LID4096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AEBC98B-9F7E-4BEB-D018-E409F2A927C4}"/>
                </a:ext>
              </a:extLst>
            </p:cNvPr>
            <p:cNvSpPr/>
            <p:nvPr/>
          </p:nvSpPr>
          <p:spPr>
            <a:xfrm>
              <a:off x="132004" y="315252"/>
              <a:ext cx="606635" cy="138324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sz="800">
                  <a:solidFill>
                    <a:srgbClr val="FEFFFF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DB process</a:t>
              </a:r>
              <a:endParaRPr sz="1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0" name="Shape 255">
              <a:extLst>
                <a:ext uri="{FF2B5EF4-FFF2-40B4-BE49-F238E27FC236}">
                  <a16:creationId xmlns:a16="http://schemas.microsoft.com/office/drawing/2014/main" id="{44829694-3E7F-6E08-4A7D-D3AC9A987833}"/>
                </a:ext>
              </a:extLst>
            </p:cNvPr>
            <p:cNvSpPr/>
            <p:nvPr/>
          </p:nvSpPr>
          <p:spPr>
            <a:xfrm>
              <a:off x="990016" y="0"/>
              <a:ext cx="719963" cy="720001"/>
            </a:xfrm>
            <a:custGeom>
              <a:avLst/>
              <a:gdLst/>
              <a:ahLst/>
              <a:cxnLst/>
              <a:rect l="0" t="0" r="0" b="0"/>
              <a:pathLst>
                <a:path w="719963" h="720001">
                  <a:moveTo>
                    <a:pt x="360045" y="0"/>
                  </a:moveTo>
                  <a:cubicBezTo>
                    <a:pt x="558800" y="0"/>
                    <a:pt x="719963" y="161175"/>
                    <a:pt x="719963" y="359994"/>
                  </a:cubicBezTo>
                  <a:cubicBezTo>
                    <a:pt x="719963" y="558826"/>
                    <a:pt x="558800" y="720001"/>
                    <a:pt x="360045" y="720001"/>
                  </a:cubicBezTo>
                  <a:cubicBezTo>
                    <a:pt x="161163" y="720001"/>
                    <a:pt x="0" y="558826"/>
                    <a:pt x="0" y="359994"/>
                  </a:cubicBezTo>
                  <a:cubicBezTo>
                    <a:pt x="0" y="161175"/>
                    <a:pt x="161163" y="0"/>
                    <a:pt x="360045" y="0"/>
                  </a:cubicBezTo>
                  <a:close/>
                </a:path>
              </a:pathLst>
            </a:custGeom>
            <a:ln w="0" cap="sq">
              <a:miter lim="100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4672C4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LID4096"/>
            </a:p>
          </p:txBody>
        </p:sp>
        <p:sp>
          <p:nvSpPr>
            <p:cNvPr id="11" name="Shape 256">
              <a:extLst>
                <a:ext uri="{FF2B5EF4-FFF2-40B4-BE49-F238E27FC236}">
                  <a16:creationId xmlns:a16="http://schemas.microsoft.com/office/drawing/2014/main" id="{D2D6AEB4-F15B-50CC-BF15-93F8679857D1}"/>
                </a:ext>
              </a:extLst>
            </p:cNvPr>
            <p:cNvSpPr/>
            <p:nvPr/>
          </p:nvSpPr>
          <p:spPr>
            <a:xfrm>
              <a:off x="990016" y="0"/>
              <a:ext cx="719963" cy="720001"/>
            </a:xfrm>
            <a:custGeom>
              <a:avLst/>
              <a:gdLst/>
              <a:ahLst/>
              <a:cxnLst/>
              <a:rect l="0" t="0" r="0" b="0"/>
              <a:pathLst>
                <a:path w="719963" h="720001">
                  <a:moveTo>
                    <a:pt x="0" y="359994"/>
                  </a:moveTo>
                  <a:cubicBezTo>
                    <a:pt x="0" y="161175"/>
                    <a:pt x="161163" y="0"/>
                    <a:pt x="360045" y="0"/>
                  </a:cubicBezTo>
                  <a:cubicBezTo>
                    <a:pt x="558800" y="0"/>
                    <a:pt x="719963" y="161175"/>
                    <a:pt x="719963" y="359994"/>
                  </a:cubicBezTo>
                  <a:cubicBezTo>
                    <a:pt x="719963" y="558826"/>
                    <a:pt x="558800" y="720001"/>
                    <a:pt x="360045" y="720001"/>
                  </a:cubicBezTo>
                  <a:cubicBezTo>
                    <a:pt x="161163" y="720001"/>
                    <a:pt x="0" y="558826"/>
                    <a:pt x="0" y="359994"/>
                  </a:cubicBezTo>
                  <a:close/>
                </a:path>
              </a:pathLst>
            </a:custGeom>
            <a:ln w="3175" cap="sq">
              <a:miter lim="100000"/>
            </a:ln>
          </p:spPr>
          <p:style>
            <a:lnRef idx="1">
              <a:srgbClr val="C8C8C8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LID4096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D5F1CE4-409F-647F-F60A-4DC922551C11}"/>
                </a:ext>
              </a:extLst>
            </p:cNvPr>
            <p:cNvSpPr/>
            <p:nvPr/>
          </p:nvSpPr>
          <p:spPr>
            <a:xfrm>
              <a:off x="1093394" y="315252"/>
              <a:ext cx="683636" cy="138324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sz="800">
                  <a:solidFill>
                    <a:srgbClr val="FEFFFF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Java process</a:t>
              </a:r>
              <a:endParaRPr sz="1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3" name="Shape 258">
              <a:extLst>
                <a:ext uri="{FF2B5EF4-FFF2-40B4-BE49-F238E27FC236}">
                  <a16:creationId xmlns:a16="http://schemas.microsoft.com/office/drawing/2014/main" id="{CC5D2A50-9CF4-C522-5988-FFDFF2D42D37}"/>
                </a:ext>
              </a:extLst>
            </p:cNvPr>
            <p:cNvSpPr/>
            <p:nvPr/>
          </p:nvSpPr>
          <p:spPr>
            <a:xfrm>
              <a:off x="1979981" y="0"/>
              <a:ext cx="719963" cy="720001"/>
            </a:xfrm>
            <a:custGeom>
              <a:avLst/>
              <a:gdLst/>
              <a:ahLst/>
              <a:cxnLst/>
              <a:rect l="0" t="0" r="0" b="0"/>
              <a:pathLst>
                <a:path w="719963" h="720001">
                  <a:moveTo>
                    <a:pt x="360045" y="0"/>
                  </a:moveTo>
                  <a:cubicBezTo>
                    <a:pt x="558800" y="0"/>
                    <a:pt x="719963" y="161175"/>
                    <a:pt x="719963" y="359994"/>
                  </a:cubicBezTo>
                  <a:cubicBezTo>
                    <a:pt x="719963" y="558826"/>
                    <a:pt x="558800" y="720001"/>
                    <a:pt x="360045" y="720001"/>
                  </a:cubicBezTo>
                  <a:cubicBezTo>
                    <a:pt x="161163" y="720001"/>
                    <a:pt x="0" y="558826"/>
                    <a:pt x="0" y="359994"/>
                  </a:cubicBezTo>
                  <a:cubicBezTo>
                    <a:pt x="0" y="161175"/>
                    <a:pt x="161163" y="0"/>
                    <a:pt x="360045" y="0"/>
                  </a:cubicBezTo>
                  <a:close/>
                </a:path>
              </a:pathLst>
            </a:custGeom>
            <a:ln w="0" cap="sq">
              <a:miter lim="100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70AD4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LID4096"/>
            </a:p>
          </p:txBody>
        </p:sp>
        <p:sp>
          <p:nvSpPr>
            <p:cNvPr id="14" name="Shape 259">
              <a:extLst>
                <a:ext uri="{FF2B5EF4-FFF2-40B4-BE49-F238E27FC236}">
                  <a16:creationId xmlns:a16="http://schemas.microsoft.com/office/drawing/2014/main" id="{BD845EFC-047F-1777-F90A-3AEE28446338}"/>
                </a:ext>
              </a:extLst>
            </p:cNvPr>
            <p:cNvSpPr/>
            <p:nvPr/>
          </p:nvSpPr>
          <p:spPr>
            <a:xfrm>
              <a:off x="1979981" y="0"/>
              <a:ext cx="719963" cy="720001"/>
            </a:xfrm>
            <a:custGeom>
              <a:avLst/>
              <a:gdLst/>
              <a:ahLst/>
              <a:cxnLst/>
              <a:rect l="0" t="0" r="0" b="0"/>
              <a:pathLst>
                <a:path w="719963" h="720001">
                  <a:moveTo>
                    <a:pt x="0" y="359994"/>
                  </a:moveTo>
                  <a:cubicBezTo>
                    <a:pt x="0" y="161175"/>
                    <a:pt x="161163" y="0"/>
                    <a:pt x="360045" y="0"/>
                  </a:cubicBezTo>
                  <a:cubicBezTo>
                    <a:pt x="558800" y="0"/>
                    <a:pt x="719963" y="161175"/>
                    <a:pt x="719963" y="359994"/>
                  </a:cubicBezTo>
                  <a:cubicBezTo>
                    <a:pt x="719963" y="558826"/>
                    <a:pt x="558800" y="720001"/>
                    <a:pt x="360045" y="720001"/>
                  </a:cubicBezTo>
                  <a:cubicBezTo>
                    <a:pt x="161163" y="720001"/>
                    <a:pt x="0" y="558826"/>
                    <a:pt x="0" y="359994"/>
                  </a:cubicBezTo>
                  <a:close/>
                </a:path>
              </a:pathLst>
            </a:custGeom>
            <a:ln w="3175" cap="sq">
              <a:miter lim="100000"/>
            </a:ln>
          </p:spPr>
          <p:style>
            <a:lnRef idx="1">
              <a:srgbClr val="C8C8C8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LID4096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EBBFD59-222E-62BD-1DC2-69B8884FDF20}"/>
                </a:ext>
              </a:extLst>
            </p:cNvPr>
            <p:cNvSpPr/>
            <p:nvPr/>
          </p:nvSpPr>
          <p:spPr>
            <a:xfrm>
              <a:off x="2252777" y="193332"/>
              <a:ext cx="233175" cy="13832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sz="800">
                  <a:solidFill>
                    <a:srgbClr val="FEFFFF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Java</a:t>
              </a:r>
              <a:endParaRPr sz="1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7B99EC7-2603-AF35-D33E-8015BD86F950}"/>
                </a:ext>
              </a:extLst>
            </p:cNvPr>
            <p:cNvSpPr/>
            <p:nvPr/>
          </p:nvSpPr>
          <p:spPr>
            <a:xfrm>
              <a:off x="2172005" y="315252"/>
              <a:ext cx="448560" cy="138324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sz="800">
                  <a:solidFill>
                    <a:srgbClr val="FEFFFF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Cleanup</a:t>
              </a:r>
              <a:endParaRPr sz="1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0A65908-FE0F-AAA4-B608-635054C70CCE}"/>
                </a:ext>
              </a:extLst>
            </p:cNvPr>
            <p:cNvSpPr/>
            <p:nvPr/>
          </p:nvSpPr>
          <p:spPr>
            <a:xfrm>
              <a:off x="2182673" y="437172"/>
              <a:ext cx="420312" cy="138324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sz="800">
                  <a:solidFill>
                    <a:srgbClr val="FEFFFF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process</a:t>
              </a:r>
              <a:endParaRPr sz="1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CC0FB1CD-735A-D631-7581-CA4DF024187C}"/>
              </a:ext>
            </a:extLst>
          </p:cNvPr>
          <p:cNvSpPr txBox="1"/>
          <p:nvPr/>
        </p:nvSpPr>
        <p:spPr>
          <a:xfrm>
            <a:off x="6553200" y="0"/>
            <a:ext cx="55312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i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Import to dataset and Import  to data collection paths (in relation to </a:t>
            </a:r>
            <a:r>
              <a:rPr lang="en-GB" sz="1800" b="0" i="0" err="1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citus</a:t>
            </a:r>
            <a:r>
              <a:rPr lang="en-GB" sz="1800" b="0" i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96267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E6F207-E7E2-1B72-6CF2-364F6D6D0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096" y="83976"/>
            <a:ext cx="5484581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C2DC44-2170-8FAA-B801-B37561667F82}"/>
              </a:ext>
            </a:extLst>
          </p:cNvPr>
          <p:cNvSpPr txBox="1"/>
          <p:nvPr/>
        </p:nvSpPr>
        <p:spPr>
          <a:xfrm>
            <a:off x="6947648" y="83976"/>
            <a:ext cx="52443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i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Orchestrator Queues and step recovery (Architecture modifications)</a:t>
            </a:r>
          </a:p>
        </p:txBody>
      </p:sp>
    </p:spTree>
    <p:extLst>
      <p:ext uri="{BB962C8B-B14F-4D97-AF65-F5344CB8AC3E}">
        <p14:creationId xmlns:p14="http://schemas.microsoft.com/office/powerpoint/2010/main" val="2203583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32436C-7A39-1D2F-26A0-CB08F10A9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650" y="0"/>
            <a:ext cx="6336699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3377DF9-845E-674B-FF05-6D76B31B018A}"/>
              </a:ext>
            </a:extLst>
          </p:cNvPr>
          <p:cNvSpPr/>
          <p:nvPr/>
        </p:nvSpPr>
        <p:spPr>
          <a:xfrm>
            <a:off x="144233" y="5495365"/>
            <a:ext cx="4229735" cy="191472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Microservice API calls</a:t>
            </a:r>
            <a:endParaRPr lang="LID4096" sz="120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8E9EF95-4E0B-9F11-DE20-9D4369CD9EF0}"/>
              </a:ext>
            </a:extLst>
          </p:cNvPr>
          <p:cNvGrpSpPr/>
          <p:nvPr/>
        </p:nvGrpSpPr>
        <p:grpSpPr>
          <a:xfrm>
            <a:off x="144233" y="5812476"/>
            <a:ext cx="719455" cy="719455"/>
            <a:chOff x="0" y="0"/>
            <a:chExt cx="720014" cy="719963"/>
          </a:xfrm>
        </p:grpSpPr>
        <p:sp>
          <p:nvSpPr>
            <p:cNvPr id="24" name="Shape 670">
              <a:extLst>
                <a:ext uri="{FF2B5EF4-FFF2-40B4-BE49-F238E27FC236}">
                  <a16:creationId xmlns:a16="http://schemas.microsoft.com/office/drawing/2014/main" id="{A71473C8-5CE9-87D4-A332-6DF263D34140}"/>
                </a:ext>
              </a:extLst>
            </p:cNvPr>
            <p:cNvSpPr/>
            <p:nvPr/>
          </p:nvSpPr>
          <p:spPr>
            <a:xfrm>
              <a:off x="0" y="0"/>
              <a:ext cx="720014" cy="719963"/>
            </a:xfrm>
            <a:custGeom>
              <a:avLst/>
              <a:gdLst/>
              <a:ahLst/>
              <a:cxnLst/>
              <a:rect l="0" t="0" r="0" b="0"/>
              <a:pathLst>
                <a:path w="720014" h="719963">
                  <a:moveTo>
                    <a:pt x="360007" y="0"/>
                  </a:moveTo>
                  <a:cubicBezTo>
                    <a:pt x="558825" y="0"/>
                    <a:pt x="720014" y="161163"/>
                    <a:pt x="720014" y="359969"/>
                  </a:cubicBezTo>
                  <a:cubicBezTo>
                    <a:pt x="720014" y="558788"/>
                    <a:pt x="558825" y="719963"/>
                    <a:pt x="360007" y="719963"/>
                  </a:cubicBezTo>
                  <a:cubicBezTo>
                    <a:pt x="161176" y="719963"/>
                    <a:pt x="0" y="558788"/>
                    <a:pt x="0" y="359969"/>
                  </a:cubicBezTo>
                  <a:cubicBezTo>
                    <a:pt x="0" y="161163"/>
                    <a:pt x="161176" y="0"/>
                    <a:pt x="360007" y="0"/>
                  </a:cubicBezTo>
                  <a:close/>
                </a:path>
              </a:pathLst>
            </a:custGeom>
            <a:ln w="0" cap="rnd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4672C4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LID4096"/>
            </a:p>
          </p:txBody>
        </p:sp>
        <p:sp>
          <p:nvSpPr>
            <p:cNvPr id="25" name="Shape 671">
              <a:extLst>
                <a:ext uri="{FF2B5EF4-FFF2-40B4-BE49-F238E27FC236}">
                  <a16:creationId xmlns:a16="http://schemas.microsoft.com/office/drawing/2014/main" id="{1B2DE724-FECB-A304-D4ED-00F4002CFB23}"/>
                </a:ext>
              </a:extLst>
            </p:cNvPr>
            <p:cNvSpPr/>
            <p:nvPr/>
          </p:nvSpPr>
          <p:spPr>
            <a:xfrm>
              <a:off x="0" y="0"/>
              <a:ext cx="720014" cy="719963"/>
            </a:xfrm>
            <a:custGeom>
              <a:avLst/>
              <a:gdLst/>
              <a:ahLst/>
              <a:cxnLst/>
              <a:rect l="0" t="0" r="0" b="0"/>
              <a:pathLst>
                <a:path w="720014" h="719963">
                  <a:moveTo>
                    <a:pt x="0" y="359969"/>
                  </a:moveTo>
                  <a:cubicBezTo>
                    <a:pt x="0" y="161163"/>
                    <a:pt x="161176" y="0"/>
                    <a:pt x="360007" y="0"/>
                  </a:cubicBezTo>
                  <a:cubicBezTo>
                    <a:pt x="558825" y="0"/>
                    <a:pt x="720014" y="161163"/>
                    <a:pt x="720014" y="359969"/>
                  </a:cubicBezTo>
                  <a:cubicBezTo>
                    <a:pt x="720014" y="558788"/>
                    <a:pt x="558825" y="719963"/>
                    <a:pt x="360007" y="719963"/>
                  </a:cubicBezTo>
                  <a:cubicBezTo>
                    <a:pt x="161176" y="719963"/>
                    <a:pt x="0" y="558788"/>
                    <a:pt x="0" y="359969"/>
                  </a:cubicBezTo>
                  <a:close/>
                </a:path>
              </a:pathLst>
            </a:custGeom>
            <a:ln w="3175" cap="sq">
              <a:miter lim="100000"/>
            </a:ln>
          </p:spPr>
          <p:style>
            <a:lnRef idx="1">
              <a:srgbClr val="C8C8C8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LID4096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C698CAE-24B7-A99E-0E93-62EADC4F0FB6}"/>
                </a:ext>
              </a:extLst>
            </p:cNvPr>
            <p:cNvSpPr/>
            <p:nvPr/>
          </p:nvSpPr>
          <p:spPr>
            <a:xfrm>
              <a:off x="192964" y="315037"/>
              <a:ext cx="444621" cy="13832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sz="800">
                  <a:solidFill>
                    <a:srgbClr val="FEFFFF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Recover</a:t>
              </a:r>
              <a:endParaRPr sz="1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80D407B-7C64-B2BF-2393-3DBBA373AF08}"/>
              </a:ext>
            </a:extLst>
          </p:cNvPr>
          <p:cNvGrpSpPr/>
          <p:nvPr/>
        </p:nvGrpSpPr>
        <p:grpSpPr>
          <a:xfrm>
            <a:off x="1259928" y="5812476"/>
            <a:ext cx="719455" cy="719455"/>
            <a:chOff x="0" y="0"/>
            <a:chExt cx="719963" cy="719963"/>
          </a:xfrm>
        </p:grpSpPr>
        <p:sp>
          <p:nvSpPr>
            <p:cNvPr id="21" name="Shape 673">
              <a:extLst>
                <a:ext uri="{FF2B5EF4-FFF2-40B4-BE49-F238E27FC236}">
                  <a16:creationId xmlns:a16="http://schemas.microsoft.com/office/drawing/2014/main" id="{410EDEE7-5119-BEED-70DF-1DA811D39815}"/>
                </a:ext>
              </a:extLst>
            </p:cNvPr>
            <p:cNvSpPr/>
            <p:nvPr/>
          </p:nvSpPr>
          <p:spPr>
            <a:xfrm>
              <a:off x="0" y="0"/>
              <a:ext cx="719963" cy="719963"/>
            </a:xfrm>
            <a:custGeom>
              <a:avLst/>
              <a:gdLst/>
              <a:ahLst/>
              <a:cxnLst/>
              <a:rect l="0" t="0" r="0" b="0"/>
              <a:pathLst>
                <a:path w="719963" h="719963">
                  <a:moveTo>
                    <a:pt x="360045" y="0"/>
                  </a:moveTo>
                  <a:cubicBezTo>
                    <a:pt x="558800" y="0"/>
                    <a:pt x="719963" y="161163"/>
                    <a:pt x="719963" y="359969"/>
                  </a:cubicBezTo>
                  <a:cubicBezTo>
                    <a:pt x="719963" y="558788"/>
                    <a:pt x="558800" y="719963"/>
                    <a:pt x="360045" y="719963"/>
                  </a:cubicBezTo>
                  <a:cubicBezTo>
                    <a:pt x="161163" y="719963"/>
                    <a:pt x="0" y="558788"/>
                    <a:pt x="0" y="359969"/>
                  </a:cubicBezTo>
                  <a:cubicBezTo>
                    <a:pt x="0" y="161163"/>
                    <a:pt x="161163" y="0"/>
                    <a:pt x="360045" y="0"/>
                  </a:cubicBezTo>
                  <a:close/>
                </a:path>
              </a:pathLst>
            </a:custGeom>
            <a:ln w="0" cap="sq">
              <a:miter lim="100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4672C4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LID4096"/>
            </a:p>
          </p:txBody>
        </p:sp>
        <p:sp>
          <p:nvSpPr>
            <p:cNvPr id="22" name="Shape 674">
              <a:extLst>
                <a:ext uri="{FF2B5EF4-FFF2-40B4-BE49-F238E27FC236}">
                  <a16:creationId xmlns:a16="http://schemas.microsoft.com/office/drawing/2014/main" id="{79E464E8-6720-0358-0B5B-16FC673F75BF}"/>
                </a:ext>
              </a:extLst>
            </p:cNvPr>
            <p:cNvSpPr/>
            <p:nvPr/>
          </p:nvSpPr>
          <p:spPr>
            <a:xfrm>
              <a:off x="0" y="0"/>
              <a:ext cx="719963" cy="719963"/>
            </a:xfrm>
            <a:custGeom>
              <a:avLst/>
              <a:gdLst/>
              <a:ahLst/>
              <a:cxnLst/>
              <a:rect l="0" t="0" r="0" b="0"/>
              <a:pathLst>
                <a:path w="719963" h="719963">
                  <a:moveTo>
                    <a:pt x="0" y="359969"/>
                  </a:moveTo>
                  <a:cubicBezTo>
                    <a:pt x="0" y="161163"/>
                    <a:pt x="161163" y="0"/>
                    <a:pt x="360045" y="0"/>
                  </a:cubicBezTo>
                  <a:cubicBezTo>
                    <a:pt x="558800" y="0"/>
                    <a:pt x="719963" y="161163"/>
                    <a:pt x="719963" y="359969"/>
                  </a:cubicBezTo>
                  <a:cubicBezTo>
                    <a:pt x="719963" y="558788"/>
                    <a:pt x="558800" y="719963"/>
                    <a:pt x="360045" y="719963"/>
                  </a:cubicBezTo>
                  <a:cubicBezTo>
                    <a:pt x="161163" y="719963"/>
                    <a:pt x="0" y="558788"/>
                    <a:pt x="0" y="359969"/>
                  </a:cubicBezTo>
                  <a:close/>
                </a:path>
              </a:pathLst>
            </a:custGeom>
            <a:ln w="3175" cap="sq">
              <a:miter lim="100000"/>
            </a:ln>
          </p:spPr>
          <p:style>
            <a:lnRef idx="1">
              <a:srgbClr val="C8C8C8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LID4096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E59B680-CFF2-5C1D-9DA8-2BBD451B4AB2}"/>
                </a:ext>
              </a:extLst>
            </p:cNvPr>
            <p:cNvSpPr/>
            <p:nvPr/>
          </p:nvSpPr>
          <p:spPr>
            <a:xfrm>
              <a:off x="232156" y="315037"/>
              <a:ext cx="341139" cy="13832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sz="800">
                  <a:solidFill>
                    <a:srgbClr val="FEFFFF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Status</a:t>
              </a:r>
              <a:endParaRPr sz="1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8A7A74F-381F-96CF-FEEB-9731DAF358AA}"/>
              </a:ext>
            </a:extLst>
          </p:cNvPr>
          <p:cNvGrpSpPr/>
          <p:nvPr/>
        </p:nvGrpSpPr>
        <p:grpSpPr>
          <a:xfrm>
            <a:off x="2430233" y="5812476"/>
            <a:ext cx="719455" cy="719455"/>
            <a:chOff x="0" y="0"/>
            <a:chExt cx="719963" cy="719963"/>
          </a:xfrm>
        </p:grpSpPr>
        <p:sp>
          <p:nvSpPr>
            <p:cNvPr id="15" name="Shape 676">
              <a:extLst>
                <a:ext uri="{FF2B5EF4-FFF2-40B4-BE49-F238E27FC236}">
                  <a16:creationId xmlns:a16="http://schemas.microsoft.com/office/drawing/2014/main" id="{74A86B6B-DDF0-2108-75E5-C5C74E7792BA}"/>
                </a:ext>
              </a:extLst>
            </p:cNvPr>
            <p:cNvSpPr/>
            <p:nvPr/>
          </p:nvSpPr>
          <p:spPr>
            <a:xfrm>
              <a:off x="0" y="0"/>
              <a:ext cx="719963" cy="719963"/>
            </a:xfrm>
            <a:custGeom>
              <a:avLst/>
              <a:gdLst/>
              <a:ahLst/>
              <a:cxnLst/>
              <a:rect l="0" t="0" r="0" b="0"/>
              <a:pathLst>
                <a:path w="719963" h="719963">
                  <a:moveTo>
                    <a:pt x="359918" y="0"/>
                  </a:moveTo>
                  <a:cubicBezTo>
                    <a:pt x="558800" y="0"/>
                    <a:pt x="719963" y="161163"/>
                    <a:pt x="719963" y="359969"/>
                  </a:cubicBezTo>
                  <a:cubicBezTo>
                    <a:pt x="719963" y="558788"/>
                    <a:pt x="558800" y="719963"/>
                    <a:pt x="359918" y="719963"/>
                  </a:cubicBezTo>
                  <a:cubicBezTo>
                    <a:pt x="161163" y="719963"/>
                    <a:pt x="0" y="558788"/>
                    <a:pt x="0" y="359969"/>
                  </a:cubicBezTo>
                  <a:cubicBezTo>
                    <a:pt x="0" y="161163"/>
                    <a:pt x="161163" y="0"/>
                    <a:pt x="359918" y="0"/>
                  </a:cubicBezTo>
                  <a:close/>
                </a:path>
              </a:pathLst>
            </a:custGeom>
            <a:ln w="0" cap="sq">
              <a:miter lim="100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4672C4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LID4096"/>
            </a:p>
          </p:txBody>
        </p:sp>
        <p:sp>
          <p:nvSpPr>
            <p:cNvPr id="16" name="Shape 677">
              <a:extLst>
                <a:ext uri="{FF2B5EF4-FFF2-40B4-BE49-F238E27FC236}">
                  <a16:creationId xmlns:a16="http://schemas.microsoft.com/office/drawing/2014/main" id="{E8DA8886-498D-C1E2-77F6-00928445DA8B}"/>
                </a:ext>
              </a:extLst>
            </p:cNvPr>
            <p:cNvSpPr/>
            <p:nvPr/>
          </p:nvSpPr>
          <p:spPr>
            <a:xfrm>
              <a:off x="0" y="0"/>
              <a:ext cx="719963" cy="719963"/>
            </a:xfrm>
            <a:custGeom>
              <a:avLst/>
              <a:gdLst/>
              <a:ahLst/>
              <a:cxnLst/>
              <a:rect l="0" t="0" r="0" b="0"/>
              <a:pathLst>
                <a:path w="719963" h="719963">
                  <a:moveTo>
                    <a:pt x="0" y="359969"/>
                  </a:moveTo>
                  <a:cubicBezTo>
                    <a:pt x="0" y="161163"/>
                    <a:pt x="161163" y="0"/>
                    <a:pt x="359918" y="0"/>
                  </a:cubicBezTo>
                  <a:cubicBezTo>
                    <a:pt x="558800" y="0"/>
                    <a:pt x="719963" y="161163"/>
                    <a:pt x="719963" y="359969"/>
                  </a:cubicBezTo>
                  <a:cubicBezTo>
                    <a:pt x="719963" y="558788"/>
                    <a:pt x="558800" y="719963"/>
                    <a:pt x="359918" y="719963"/>
                  </a:cubicBezTo>
                  <a:cubicBezTo>
                    <a:pt x="161163" y="719963"/>
                    <a:pt x="0" y="558788"/>
                    <a:pt x="0" y="359969"/>
                  </a:cubicBezTo>
                  <a:close/>
                </a:path>
              </a:pathLst>
            </a:custGeom>
            <a:ln w="3175" cap="sq">
              <a:miter lim="100000"/>
            </a:ln>
          </p:spPr>
          <p:style>
            <a:lnRef idx="1">
              <a:srgbClr val="C8C8C8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LID4096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44B2CAB-87C1-BB5F-FCE7-0FF5DBE09875}"/>
                </a:ext>
              </a:extLst>
            </p:cNvPr>
            <p:cNvSpPr/>
            <p:nvPr/>
          </p:nvSpPr>
          <p:spPr>
            <a:xfrm>
              <a:off x="224917" y="254076"/>
              <a:ext cx="361374" cy="138324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sz="800">
                  <a:solidFill>
                    <a:srgbClr val="FEFFFF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Delete</a:t>
              </a:r>
              <a:endParaRPr sz="1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86C3D08-B1E8-554A-6146-8BE16D34223A}"/>
                </a:ext>
              </a:extLst>
            </p:cNvPr>
            <p:cNvSpPr/>
            <p:nvPr/>
          </p:nvSpPr>
          <p:spPr>
            <a:xfrm>
              <a:off x="167005" y="375996"/>
              <a:ext cx="41149" cy="13832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sz="800">
                  <a:solidFill>
                    <a:srgbClr val="FEFFFF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(</a:t>
              </a:r>
              <a:endParaRPr sz="1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3C1D77B-5363-7045-E3A4-EB24421AC9BB}"/>
                </a:ext>
              </a:extLst>
            </p:cNvPr>
            <p:cNvSpPr/>
            <p:nvPr/>
          </p:nvSpPr>
          <p:spPr>
            <a:xfrm>
              <a:off x="197535" y="375996"/>
              <a:ext cx="434436" cy="13832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sz="800">
                  <a:solidFill>
                    <a:srgbClr val="FEFFFF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cleanup</a:t>
              </a:r>
              <a:endParaRPr sz="1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5F0BB15-DE8F-0F84-1B50-0F2212DCCE21}"/>
                </a:ext>
              </a:extLst>
            </p:cNvPr>
            <p:cNvSpPr/>
            <p:nvPr/>
          </p:nvSpPr>
          <p:spPr>
            <a:xfrm>
              <a:off x="523668" y="375996"/>
              <a:ext cx="41149" cy="13832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sz="800">
                  <a:solidFill>
                    <a:srgbClr val="FEFFFF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)</a:t>
              </a:r>
              <a:endParaRPr sz="1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5CB7EC9-F66E-8F86-4BCF-C8F54D9A3DDB}"/>
              </a:ext>
            </a:extLst>
          </p:cNvPr>
          <p:cNvGrpSpPr/>
          <p:nvPr/>
        </p:nvGrpSpPr>
        <p:grpSpPr>
          <a:xfrm>
            <a:off x="3650069" y="5808670"/>
            <a:ext cx="767981" cy="724912"/>
            <a:chOff x="-3809" y="-3809"/>
            <a:chExt cx="767981" cy="72542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FF3E2ED-AF85-20C8-F80B-6C0FE17C37E3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-3809" y="-3809"/>
              <a:ext cx="725424" cy="725424"/>
            </a:xfrm>
            <a:prstGeom prst="rect">
              <a:avLst/>
            </a:prstGeom>
          </p:spPr>
        </p:pic>
        <p:sp>
          <p:nvSpPr>
            <p:cNvPr id="13" name="Shape 681">
              <a:extLst>
                <a:ext uri="{FF2B5EF4-FFF2-40B4-BE49-F238E27FC236}">
                  <a16:creationId xmlns:a16="http://schemas.microsoft.com/office/drawing/2014/main" id="{3A254AF4-8C86-A2FC-EF54-83D9444AF9C6}"/>
                </a:ext>
              </a:extLst>
            </p:cNvPr>
            <p:cNvSpPr/>
            <p:nvPr/>
          </p:nvSpPr>
          <p:spPr>
            <a:xfrm>
              <a:off x="0" y="0"/>
              <a:ext cx="720090" cy="719963"/>
            </a:xfrm>
            <a:custGeom>
              <a:avLst/>
              <a:gdLst/>
              <a:ahLst/>
              <a:cxnLst/>
              <a:rect l="0" t="0" r="0" b="0"/>
              <a:pathLst>
                <a:path w="720090" h="719963">
                  <a:moveTo>
                    <a:pt x="0" y="359969"/>
                  </a:moveTo>
                  <a:cubicBezTo>
                    <a:pt x="0" y="161163"/>
                    <a:pt x="161290" y="0"/>
                    <a:pt x="360045" y="0"/>
                  </a:cubicBezTo>
                  <a:cubicBezTo>
                    <a:pt x="558927" y="0"/>
                    <a:pt x="720090" y="161163"/>
                    <a:pt x="720090" y="359969"/>
                  </a:cubicBezTo>
                  <a:cubicBezTo>
                    <a:pt x="720090" y="558788"/>
                    <a:pt x="558927" y="719963"/>
                    <a:pt x="360045" y="719963"/>
                  </a:cubicBezTo>
                  <a:cubicBezTo>
                    <a:pt x="161290" y="719963"/>
                    <a:pt x="0" y="558788"/>
                    <a:pt x="0" y="359969"/>
                  </a:cubicBezTo>
                  <a:close/>
                </a:path>
              </a:pathLst>
            </a:custGeom>
            <a:ln w="9525" cap="sq">
              <a:miter lim="100000"/>
            </a:ln>
          </p:spPr>
          <p:style>
            <a:lnRef idx="1">
              <a:srgbClr val="3D64AC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LID4096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CA64866-209A-F511-90FC-FFADD421B3D5}"/>
                </a:ext>
              </a:extLst>
            </p:cNvPr>
            <p:cNvSpPr/>
            <p:nvPr/>
          </p:nvSpPr>
          <p:spPr>
            <a:xfrm>
              <a:off x="117475" y="315037"/>
              <a:ext cx="646697" cy="13832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sz="800">
                  <a:solidFill>
                    <a:srgbClr val="3D64AC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Notification</a:t>
              </a:r>
              <a:endParaRPr sz="1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8DCA3E3D-5E55-A91A-0192-AC3A56F6984D}"/>
              </a:ext>
            </a:extLst>
          </p:cNvPr>
          <p:cNvSpPr txBox="1"/>
          <p:nvPr/>
        </p:nvSpPr>
        <p:spPr>
          <a:xfrm>
            <a:off x="9466728" y="83976"/>
            <a:ext cx="27252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i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Release step</a:t>
            </a:r>
          </a:p>
        </p:txBody>
      </p:sp>
    </p:spTree>
    <p:extLst>
      <p:ext uri="{BB962C8B-B14F-4D97-AF65-F5344CB8AC3E}">
        <p14:creationId xmlns:p14="http://schemas.microsoft.com/office/powerpoint/2010/main" val="22646533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B4C265-4C27-EED0-248F-6437935D1D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8000" y="36000"/>
            <a:ext cx="11724000" cy="676111"/>
          </a:xfrm>
        </p:spPr>
        <p:txBody>
          <a:bodyPr/>
          <a:lstStyle/>
          <a:p>
            <a:r>
              <a:rPr lang="en-US"/>
              <a:t>Time needed to address incoming issues now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6006E-6731-DB71-0C8F-C3DB2253225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lIns="91440" tIns="45720" rIns="91440" bIns="45720" anchor="t"/>
          <a:lstStyle/>
          <a:p>
            <a:pPr marL="421640" indent="-421640"/>
            <a:r>
              <a:rPr lang="en-US" sz="3200"/>
              <a:t>Issues piling up with high volume providers</a:t>
            </a:r>
            <a:endParaRPr lang="en-US"/>
          </a:p>
          <a:p>
            <a:pPr marL="421640" indent="-421640"/>
            <a:r>
              <a:rPr lang="en-US" sz="3200">
                <a:latin typeface="Calibri"/>
                <a:ea typeface="Calibri"/>
                <a:cs typeface="Calibri"/>
              </a:rPr>
              <a:t>Most get escalated to development team</a:t>
            </a:r>
          </a:p>
          <a:p>
            <a:pPr marL="421640" indent="-421640"/>
            <a:r>
              <a:rPr lang="en-US" sz="3200"/>
              <a:t>We have limited number of resources (people)</a:t>
            </a:r>
            <a:endParaRPr lang="en-US" sz="3200">
              <a:ea typeface="Calibri" panose="020F0502020204030204" pitchFamily="34" charset="0"/>
            </a:endParaRPr>
          </a:p>
          <a:p>
            <a:pPr marL="421640" indent="-421640"/>
            <a:r>
              <a:rPr lang="en-US" sz="3200"/>
              <a:t>Ticket for issues for cars/vans opened on Sep 29, 2022</a:t>
            </a:r>
            <a:endParaRPr lang="en-US" sz="3200">
              <a:ea typeface="Calibri" panose="020F0502020204030204" pitchFamily="34" charset="0"/>
            </a:endParaRPr>
          </a:p>
          <a:p>
            <a:pPr marL="914400" lvl="1" indent="-351155"/>
            <a:r>
              <a:rPr lang="en-US" sz="2800"/>
              <a:t>Multiple issues handled in same ticket</a:t>
            </a:r>
            <a:endParaRPr lang="en-US" sz="2800">
              <a:ea typeface="Calibri" panose="020F0502020204030204" pitchFamily="34" charset="0"/>
            </a:endParaRPr>
          </a:p>
          <a:p>
            <a:pPr marL="914400" lvl="1" indent="-351155"/>
            <a:r>
              <a:rPr lang="en-US" sz="2800"/>
              <a:t>The ticket was closed on Nov 8, 2022 </a:t>
            </a:r>
            <a:endParaRPr lang="en-US" sz="2800">
              <a:ea typeface="Calibri" panose="020F0502020204030204" pitchFamily="34" charset="0"/>
            </a:endParaRPr>
          </a:p>
          <a:p>
            <a:pPr marL="914400" lvl="1" indent="-351155"/>
            <a:r>
              <a:rPr lang="en-US" sz="2800"/>
              <a:t>2 months to resolve all issues</a:t>
            </a:r>
            <a:endParaRPr lang="en-US" sz="2800">
              <a:ea typeface="Calibri" panose="020F0502020204030204" pitchFamily="34" charset="0"/>
            </a:endParaRPr>
          </a:p>
          <a:p>
            <a:pPr marL="421640" indent="-421640"/>
            <a:r>
              <a:rPr lang="en-US" sz="3200"/>
              <a:t>Another ticket opened on Oct 13, 2022</a:t>
            </a:r>
            <a:endParaRPr lang="en-US" sz="3200">
              <a:ea typeface="Calibri" panose="020F0502020204030204" pitchFamily="34" charset="0"/>
            </a:endParaRPr>
          </a:p>
          <a:p>
            <a:pPr marL="914400" lvl="1" indent="-351155"/>
            <a:r>
              <a:rPr lang="en-US" sz="2800"/>
              <a:t>Closed on Jan 3, 2023 – same story here, 2+ months to resolve</a:t>
            </a:r>
            <a:endParaRPr lang="en-US" sz="2800">
              <a:ea typeface="Calibri" panose="020F05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1C1A88-A066-154A-FA61-060622345D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274833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B2538C-8F95-463D-B7C6-646E46129864}"/>
              </a:ext>
            </a:extLst>
          </p:cNvPr>
          <p:cNvSpPr/>
          <p:nvPr/>
        </p:nvSpPr>
        <p:spPr>
          <a:xfrm>
            <a:off x="411062" y="2413482"/>
            <a:ext cx="1921078" cy="4697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Import (1h)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9F3448-9520-4813-BE4D-D44EF9B5C4C4}"/>
              </a:ext>
            </a:extLst>
          </p:cNvPr>
          <p:cNvSpPr/>
          <p:nvPr/>
        </p:nvSpPr>
        <p:spPr>
          <a:xfrm>
            <a:off x="3482830" y="2405093"/>
            <a:ext cx="2070681" cy="4697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Validation (8h)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C8EB83-13EC-482C-9AE2-8B6B05BBCA75}"/>
              </a:ext>
            </a:extLst>
          </p:cNvPr>
          <p:cNvSpPr/>
          <p:nvPr/>
        </p:nvSpPr>
        <p:spPr>
          <a:xfrm>
            <a:off x="7445228" y="2438648"/>
            <a:ext cx="1921078" cy="4697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Release (5h)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5ABD73-18C4-4B3D-94C0-016480FC0BC5}"/>
              </a:ext>
            </a:extLst>
          </p:cNvPr>
          <p:cNvSpPr/>
          <p:nvPr/>
        </p:nvSpPr>
        <p:spPr>
          <a:xfrm>
            <a:off x="2399251" y="3327776"/>
            <a:ext cx="1083580" cy="7864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Idle Time (1h)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862626-9686-4802-A306-4F7D408613DE}"/>
              </a:ext>
            </a:extLst>
          </p:cNvPr>
          <p:cNvSpPr/>
          <p:nvPr/>
        </p:nvSpPr>
        <p:spPr>
          <a:xfrm>
            <a:off x="5570585" y="3251227"/>
            <a:ext cx="1921077" cy="4697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5pm to 9am Time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28FE7C3-50F3-4BF2-A7DC-90E057948584}"/>
              </a:ext>
            </a:extLst>
          </p:cNvPr>
          <p:cNvCxnSpPr/>
          <p:nvPr/>
        </p:nvCxnSpPr>
        <p:spPr>
          <a:xfrm>
            <a:off x="411062" y="1918532"/>
            <a:ext cx="80646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5CC672C-1023-47DC-BC76-9D88281203CB}"/>
              </a:ext>
            </a:extLst>
          </p:cNvPr>
          <p:cNvSpPr txBox="1"/>
          <p:nvPr/>
        </p:nvSpPr>
        <p:spPr>
          <a:xfrm>
            <a:off x="2536409" y="1943392"/>
            <a:ext cx="67530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~14 hours for big datasets (happy path)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2B693A-DA27-4509-B9F2-E6C2F30F6167}"/>
              </a:ext>
            </a:extLst>
          </p:cNvPr>
          <p:cNvSpPr/>
          <p:nvPr/>
        </p:nvSpPr>
        <p:spPr>
          <a:xfrm>
            <a:off x="447416" y="5364310"/>
            <a:ext cx="1921078" cy="4697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Import (1)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CF7482-6260-452B-BD33-B856043C0645}"/>
              </a:ext>
            </a:extLst>
          </p:cNvPr>
          <p:cNvSpPr/>
          <p:nvPr/>
        </p:nvSpPr>
        <p:spPr>
          <a:xfrm>
            <a:off x="3519184" y="5355921"/>
            <a:ext cx="2034327" cy="4697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Validation (stuck)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42D5B0-DA45-4BAC-97FE-0FBDF8F4A4BE}"/>
              </a:ext>
            </a:extLst>
          </p:cNvPr>
          <p:cNvSpPr/>
          <p:nvPr/>
        </p:nvSpPr>
        <p:spPr>
          <a:xfrm>
            <a:off x="9188041" y="5364310"/>
            <a:ext cx="1921078" cy="4697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Release (5)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D7C768-8818-4347-A00D-CCCB086C09B1}"/>
              </a:ext>
            </a:extLst>
          </p:cNvPr>
          <p:cNvSpPr/>
          <p:nvPr/>
        </p:nvSpPr>
        <p:spPr>
          <a:xfrm>
            <a:off x="2435605" y="6228377"/>
            <a:ext cx="1083580" cy="4697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Idle Time (1)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0EF425-696E-4B15-A460-0B111702E259}"/>
              </a:ext>
            </a:extLst>
          </p:cNvPr>
          <p:cNvSpPr/>
          <p:nvPr/>
        </p:nvSpPr>
        <p:spPr>
          <a:xfrm>
            <a:off x="7571619" y="6222193"/>
            <a:ext cx="1564549" cy="46978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Recover Time</a:t>
            </a:r>
          </a:p>
          <a:p>
            <a:pPr algn="ctr"/>
            <a:r>
              <a:rPr lang="en-US" dirty="0"/>
              <a:t>(9am to 1pm)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E7D2E72-C13D-4997-A518-FDCA6F17EB26}"/>
              </a:ext>
            </a:extLst>
          </p:cNvPr>
          <p:cNvCxnSpPr>
            <a:cxnSpLocks/>
          </p:cNvCxnSpPr>
          <p:nvPr/>
        </p:nvCxnSpPr>
        <p:spPr>
          <a:xfrm>
            <a:off x="447416" y="4869360"/>
            <a:ext cx="101199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BBABB5F-71B0-437F-BE90-0FA3785F24C3}"/>
              </a:ext>
            </a:extLst>
          </p:cNvPr>
          <p:cNvSpPr txBox="1"/>
          <p:nvPr/>
        </p:nvSpPr>
        <p:spPr>
          <a:xfrm>
            <a:off x="1596724" y="4282022"/>
            <a:ext cx="90829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~18 – 22 hours for big datasets (without orchestrator)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E8FA329-32A1-4652-9C5D-5EB819F385C5}"/>
              </a:ext>
            </a:extLst>
          </p:cNvPr>
          <p:cNvSpPr/>
          <p:nvPr/>
        </p:nvSpPr>
        <p:spPr>
          <a:xfrm>
            <a:off x="5578833" y="6222193"/>
            <a:ext cx="1921077" cy="4697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5pm to 9am Time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9E79855B-7086-AD12-0E03-731C81873C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8028" y="258114"/>
            <a:ext cx="11413972" cy="1322647"/>
          </a:xfrm>
        </p:spPr>
        <p:txBody>
          <a:bodyPr/>
          <a:lstStyle/>
          <a:p>
            <a:r>
              <a:rPr lang="en-US" dirty="0"/>
              <a:t>Observations and results so far before orchestrator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666010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A2B693A-DA27-4509-B9F2-E6C2F30F6167}"/>
              </a:ext>
            </a:extLst>
          </p:cNvPr>
          <p:cNvSpPr/>
          <p:nvPr/>
        </p:nvSpPr>
        <p:spPr>
          <a:xfrm>
            <a:off x="288025" y="3179491"/>
            <a:ext cx="1921078" cy="4697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Import (1)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CF7482-6260-452B-BD33-B856043C0645}"/>
              </a:ext>
            </a:extLst>
          </p:cNvPr>
          <p:cNvSpPr/>
          <p:nvPr/>
        </p:nvSpPr>
        <p:spPr>
          <a:xfrm>
            <a:off x="3359793" y="3171102"/>
            <a:ext cx="3150061" cy="4697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Validation (stuck)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42D5B0-DA45-4BAC-97FE-0FBDF8F4A4BE}"/>
              </a:ext>
            </a:extLst>
          </p:cNvPr>
          <p:cNvSpPr/>
          <p:nvPr/>
        </p:nvSpPr>
        <p:spPr>
          <a:xfrm>
            <a:off x="8948259" y="3135449"/>
            <a:ext cx="1921078" cy="4697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Release (5)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D7C768-8818-4347-A00D-CCCB086C09B1}"/>
              </a:ext>
            </a:extLst>
          </p:cNvPr>
          <p:cNvSpPr/>
          <p:nvPr/>
        </p:nvSpPr>
        <p:spPr>
          <a:xfrm>
            <a:off x="2276214" y="3968060"/>
            <a:ext cx="1083580" cy="5452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Idle Time (1)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E7D2E72-C13D-4997-A518-FDCA6F17EB26}"/>
              </a:ext>
            </a:extLst>
          </p:cNvPr>
          <p:cNvCxnSpPr>
            <a:cxnSpLocks/>
          </p:cNvCxnSpPr>
          <p:nvPr/>
        </p:nvCxnSpPr>
        <p:spPr>
          <a:xfrm>
            <a:off x="288025" y="2684541"/>
            <a:ext cx="101199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BBABB5F-71B0-437F-BE90-0FA3785F24C3}"/>
              </a:ext>
            </a:extLst>
          </p:cNvPr>
          <p:cNvSpPr txBox="1"/>
          <p:nvPr/>
        </p:nvSpPr>
        <p:spPr>
          <a:xfrm>
            <a:off x="1067458" y="2097203"/>
            <a:ext cx="9688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~14 hours for big datasets (with orchestrator fixing error)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5CAB5F-24DC-47B1-AE20-B99474048E59}"/>
              </a:ext>
            </a:extLst>
          </p:cNvPr>
          <p:cNvSpPr/>
          <p:nvPr/>
        </p:nvSpPr>
        <p:spPr>
          <a:xfrm>
            <a:off x="6096000" y="4278451"/>
            <a:ext cx="1921077" cy="46978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5pm to 9am Time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7A300A-8C3B-42AB-9E3B-E7E8F43602C1}"/>
              </a:ext>
            </a:extLst>
          </p:cNvPr>
          <p:cNvSpPr/>
          <p:nvPr/>
        </p:nvSpPr>
        <p:spPr>
          <a:xfrm>
            <a:off x="6096000" y="4949568"/>
            <a:ext cx="1921077" cy="94166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5pm to 9pm Orchestrator recover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62860-A482-1CFA-C448-11E48058FD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Observations and result so far with orchestrator</a:t>
            </a:r>
            <a:endParaRPr lang="LID4096" dirty="0"/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3199719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3764B8-1117-9C64-D8D7-B7B0DC2C8E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Test cases</a:t>
            </a:r>
            <a:endParaRPr lang="LID4096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0484003-E568-7520-44B3-F41413DDF49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031852112"/>
              </p:ext>
            </p:extLst>
          </p:nvPr>
        </p:nvGraphicFramePr>
        <p:xfrm>
          <a:off x="2238498" y="1513986"/>
          <a:ext cx="7497232" cy="4599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8616">
                  <a:extLst>
                    <a:ext uri="{9D8B030D-6E8A-4147-A177-3AD203B41FA5}">
                      <a16:colId xmlns:a16="http://schemas.microsoft.com/office/drawing/2014/main" val="414966180"/>
                    </a:ext>
                  </a:extLst>
                </a:gridCol>
                <a:gridCol w="3748616">
                  <a:extLst>
                    <a:ext uri="{9D8B030D-6E8A-4147-A177-3AD203B41FA5}">
                      <a16:colId xmlns:a16="http://schemas.microsoft.com/office/drawing/2014/main" val="8620374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Scenario</a:t>
                      </a:r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Result</a:t>
                      </a:r>
                      <a:endParaRPr lang="LID4096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290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Happy path (delivery not getting stuck)</a:t>
                      </a:r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404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Failure in import w/ automatic recovery</a:t>
                      </a:r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LID4096"/>
                        <a:t>X minutes delay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410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1125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Failure in validation w/ automatic recovery</a:t>
                      </a:r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LID4096"/>
                        <a:t>Y minutes delay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080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1125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Failure in release w/ automatic recovery</a:t>
                      </a:r>
                      <a:endParaRPr lang="LID4096"/>
                    </a:p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LID4096"/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1932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Front-end database crash (</a:t>
                      </a:r>
                      <a:r>
                        <a:rPr lang="en-US" err="1"/>
                        <a:t>Citus</a:t>
                      </a:r>
                      <a:r>
                        <a:rPr lang="en-US"/>
                        <a:t>)</a:t>
                      </a:r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LID4096"/>
                        <a:t>Z seconds delay...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4547325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C40636-97CE-8262-A900-E7E8783AAD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062ACA-EA80-1F24-87E3-848E3FC7EDAC}"/>
              </a:ext>
            </a:extLst>
          </p:cNvPr>
          <p:cNvSpPr txBox="1"/>
          <p:nvPr/>
        </p:nvSpPr>
        <p:spPr>
          <a:xfrm>
            <a:off x="2414016" y="932688"/>
            <a:ext cx="7845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TO COMPLETE ON MON AM</a:t>
            </a:r>
            <a:endParaRPr lang="LID4096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52921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Cover">
  <a:themeElements>
    <a:clrScheme name="Personnalisée 1">
      <a:dk1>
        <a:srgbClr val="113A6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Sans">
      <a:majorFont>
        <a:latin typeface="Open Sans Semi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7" id="{DC89D3CE-1FB7-4CC2-9FBC-E03F169B1CFE}" vid="{90918AE5-7ED6-42C6-AC2A-D63C4F32965F}"/>
    </a:ext>
  </a:extLst>
</a:theme>
</file>

<file path=ppt/theme/theme2.xml><?xml version="1.0" encoding="utf-8"?>
<a:theme xmlns:a="http://schemas.openxmlformats.org/drawingml/2006/main" name="19_Sections">
  <a:themeElements>
    <a:clrScheme name="Personnalisée 3">
      <a:dk1>
        <a:srgbClr val="113A6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Sans">
      <a:majorFont>
        <a:latin typeface="Open Sans Semi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7" id="{DC89D3CE-1FB7-4CC2-9FBC-E03F169B1CFE}" vid="{F8D52084-3D89-4E63-8265-F9144E68BC65}"/>
    </a:ext>
  </a:extLst>
</a:theme>
</file>

<file path=ppt/theme/theme3.xml><?xml version="1.0" encoding="utf-8"?>
<a:theme xmlns:a="http://schemas.openxmlformats.org/drawingml/2006/main" name="16_Section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Sans">
      <a:majorFont>
        <a:latin typeface="Open Sans Semi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7" id="{DC89D3CE-1FB7-4CC2-9FBC-E03F169B1CFE}" vid="{8C659757-0613-4CCF-8B34-A28D77F999BE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4DF45639AEF0469622D54C8A327DB3" ma:contentTypeVersion="11" ma:contentTypeDescription="Create a new document." ma:contentTypeScope="" ma:versionID="41f11a9a907fa577fa5a6387cb1701fd">
  <xsd:schema xmlns:xsd="http://www.w3.org/2001/XMLSchema" xmlns:xs="http://www.w3.org/2001/XMLSchema" xmlns:p="http://schemas.microsoft.com/office/2006/metadata/properties" xmlns:ns2="06bfaf3a-487d-44b9-8297-64b405e64b65" xmlns:ns3="a3b11e6a-52fb-4689-a5d8-912a79779788" targetNamespace="http://schemas.microsoft.com/office/2006/metadata/properties" ma:root="true" ma:fieldsID="cbe6ed1b6fcffbbab83f08aac439c2bb" ns2:_="" ns3:_="">
    <xsd:import namespace="06bfaf3a-487d-44b9-8297-64b405e64b65"/>
    <xsd:import namespace="a3b11e6a-52fb-4689-a5d8-912a7977978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bfaf3a-487d-44b9-8297-64b405e64b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b11e6a-52fb-4689-a5d8-912a79779788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983C538-DDD2-45AA-A6C1-683B6547468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DCF5EC-0A45-4526-AA4C-E2CB8B1760AF}">
  <ds:schemaRefs>
    <ds:schemaRef ds:uri="06bfaf3a-487d-44b9-8297-64b405e64b65"/>
    <ds:schemaRef ds:uri="a3b11e6a-52fb-4689-a5d8-912a7977978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6F3661A-7DD9-4DA1-88AA-EBCA97E29E17}">
  <ds:schemaRefs>
    <ds:schemaRef ds:uri="06bfaf3a-487d-44b9-8297-64b405e64b65"/>
    <ds:schemaRef ds:uri="a3b11e6a-52fb-4689-a5d8-912a7977978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Status of the project</Template>
  <TotalTime>94</TotalTime>
  <Words>782</Words>
  <Application>Microsoft Office PowerPoint</Application>
  <PresentationFormat>Widescreen</PresentationFormat>
  <Paragraphs>218</Paragraphs>
  <Slides>19</Slides>
  <Notes>4</Notes>
  <HiddenSlides>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Open Sans</vt:lpstr>
      <vt:lpstr>Open Sans Semibold</vt:lpstr>
      <vt:lpstr>Cover</vt:lpstr>
      <vt:lpstr>19_Sections</vt:lpstr>
      <vt:lpstr>16_Sections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European Environment Agency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Reportnet 3</dc:subject>
  <dc:creator>Pekka.Niikkonen@eea.europa.eu</dc:creator>
  <cp:keywords/>
  <dc:description/>
  <cp:lastModifiedBy>Pekka Niikkonen</cp:lastModifiedBy>
  <cp:revision>26</cp:revision>
  <cp:lastPrinted>2015-02-09T14:13:52Z</cp:lastPrinted>
  <dcterms:created xsi:type="dcterms:W3CDTF">2020-06-17T10:58:42Z</dcterms:created>
  <dcterms:modified xsi:type="dcterms:W3CDTF">2023-01-16T11:27:01Z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0x010100854DF45639AEF0469622D54C8A327DB3</vt:lpwstr>
  </property>
</Properties>
</file>